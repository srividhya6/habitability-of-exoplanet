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1"/>
  </p:notesMasterIdLst>
  <p:sldIdLst>
    <p:sldId id="256" r:id="rId2"/>
    <p:sldId id="270" r:id="rId3"/>
    <p:sldId id="259" r:id="rId4"/>
    <p:sldId id="272" r:id="rId5"/>
    <p:sldId id="273" r:id="rId6"/>
    <p:sldId id="275" r:id="rId7"/>
    <p:sldId id="276" r:id="rId8"/>
    <p:sldId id="260" r:id="rId9"/>
    <p:sldId id="277" r:id="rId10"/>
    <p:sldId id="278" r:id="rId11"/>
    <p:sldId id="279" r:id="rId12"/>
    <p:sldId id="280" r:id="rId13"/>
    <p:sldId id="264" r:id="rId14"/>
    <p:sldId id="265" r:id="rId15"/>
    <p:sldId id="266" r:id="rId16"/>
    <p:sldId id="281" r:id="rId17"/>
    <p:sldId id="282" r:id="rId18"/>
    <p:sldId id="268" r:id="rId19"/>
    <p:sldId id="269" r:id="rId20"/>
  </p:sldIdLst>
  <p:sldSz cx="9144000" cy="5143500" type="screen16x9"/>
  <p:notesSz cx="6858000" cy="9144000"/>
  <p:embeddedFontLst>
    <p:embeddedFont>
      <p:font typeface="Cabin" panose="020B0604020202020204" charset="0"/>
      <p:regular r:id="rId22"/>
      <p:bold r:id="rId23"/>
      <p:italic r:id="rId24"/>
      <p:boldItalic r:id="rId25"/>
    </p:embeddedFon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Mongolian Baiti" panose="03000500000000000000" pitchFamily="66" charset="0"/>
      <p:regular r:id="rId30"/>
    </p:embeddedFont>
    <p:embeddedFont>
      <p:font typeface="Noto Sans Symbols" panose="020B0604020202020204" charset="0"/>
      <p:regular r:id="rId31"/>
      <p:bold r:id="rId32"/>
    </p:embeddedFont>
    <p:embeddedFont>
      <p:font typeface="Syne" panose="020B0604020202020204" charset="0"/>
      <p:regular r:id="rId33"/>
      <p:bold r:id="rId34"/>
    </p:embeddedFont>
    <p:embeddedFont>
      <p:font typeface="Wingdings 3" panose="05040102010807070707" pitchFamily="18" charset="2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04EA4-40C0-42B1-8EAB-6AA766BDDB18}" v="74" dt="2026-01-27T12:31:29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5" d="100"/>
          <a:sy n="85" d="100"/>
        </p:scale>
        <p:origin x="55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hya Srinivas" userId="2da0088d6bc89946" providerId="LiveId" clId="{0399DCA0-766C-44C6-886B-4022415FB9A3}"/>
    <pc:docChg chg="undo custSel addSld delSld modSld delMainMaster modMainMaster">
      <pc:chgData name="Vidhya Srinivas" userId="2da0088d6bc89946" providerId="LiveId" clId="{0399DCA0-766C-44C6-886B-4022415FB9A3}" dt="2026-01-27T12:31:32.628" v="3159" actId="14100"/>
      <pc:docMkLst>
        <pc:docMk/>
      </pc:docMkLst>
      <pc:sldChg chg="addSp delSp modSp mod modNotes">
        <pc:chgData name="Vidhya Srinivas" userId="2da0088d6bc89946" providerId="LiveId" clId="{0399DCA0-766C-44C6-886B-4022415FB9A3}" dt="2026-01-27T12:31:32.628" v="3159" actId="14100"/>
        <pc:sldMkLst>
          <pc:docMk/>
          <pc:sldMk cId="0" sldId="256"/>
        </pc:sldMkLst>
        <pc:spChg chg="add mod">
          <ac:chgData name="Vidhya Srinivas" userId="2da0088d6bc89946" providerId="LiveId" clId="{0399DCA0-766C-44C6-886B-4022415FB9A3}" dt="2026-01-27T08:30:45.311" v="2502" actId="1076"/>
          <ac:spMkLst>
            <pc:docMk/>
            <pc:sldMk cId="0" sldId="256"/>
            <ac:spMk id="3" creationId="{AAFCDE7D-851F-E62B-2C7F-D8AD955E95C1}"/>
          </ac:spMkLst>
        </pc:spChg>
        <pc:spChg chg="add del mod">
          <ac:chgData name="Vidhya Srinivas" userId="2da0088d6bc89946" providerId="LiveId" clId="{0399DCA0-766C-44C6-886B-4022415FB9A3}" dt="2026-01-27T08:29:14.586" v="2488" actId="47"/>
          <ac:spMkLst>
            <pc:docMk/>
            <pc:sldMk cId="0" sldId="256"/>
            <ac:spMk id="5" creationId="{B3D8EC76-89A1-765E-4F1C-219B2C23B4BF}"/>
          </ac:spMkLst>
        </pc:spChg>
        <pc:spChg chg="add del mod">
          <ac:chgData name="Vidhya Srinivas" userId="2da0088d6bc89946" providerId="LiveId" clId="{0399DCA0-766C-44C6-886B-4022415FB9A3}" dt="2026-01-27T08:27:12.928" v="2469" actId="478"/>
          <ac:spMkLst>
            <pc:docMk/>
            <pc:sldMk cId="0" sldId="256"/>
            <ac:spMk id="6" creationId="{1BDA36CC-64DA-62C0-48D2-C54B1C22A72C}"/>
          </ac:spMkLst>
        </pc:spChg>
        <pc:spChg chg="add del mod">
          <ac:chgData name="Vidhya Srinivas" userId="2da0088d6bc89946" providerId="LiveId" clId="{0399DCA0-766C-44C6-886B-4022415FB9A3}" dt="2026-01-27T08:35:05.121" v="2531" actId="1076"/>
          <ac:spMkLst>
            <pc:docMk/>
            <pc:sldMk cId="0" sldId="256"/>
            <ac:spMk id="7" creationId="{A7C9E349-F0D3-6ADE-A750-61E6173D36EB}"/>
          </ac:spMkLst>
        </pc:spChg>
        <pc:spChg chg="add del">
          <ac:chgData name="Vidhya Srinivas" userId="2da0088d6bc89946" providerId="LiveId" clId="{0399DCA0-766C-44C6-886B-4022415FB9A3}" dt="2026-01-27T08:29:13.139" v="2482" actId="22"/>
          <ac:spMkLst>
            <pc:docMk/>
            <pc:sldMk cId="0" sldId="256"/>
            <ac:spMk id="9" creationId="{F829DC31-4100-7966-D936-A9DAB280EB4A}"/>
          </ac:spMkLst>
        </pc:spChg>
        <pc:spChg chg="add del mod">
          <ac:chgData name="Vidhya Srinivas" userId="2da0088d6bc89946" providerId="LiveId" clId="{0399DCA0-766C-44C6-886B-4022415FB9A3}" dt="2026-01-27T08:35:07.990" v="2533"/>
          <ac:spMkLst>
            <pc:docMk/>
            <pc:sldMk cId="0" sldId="256"/>
            <ac:spMk id="10" creationId="{5F65957A-CBDA-3720-D4AF-08A64466B83A}"/>
          </ac:spMkLst>
        </pc:spChg>
        <pc:spChg chg="del mod">
          <ac:chgData name="Vidhya Srinivas" userId="2da0088d6bc89946" providerId="LiveId" clId="{0399DCA0-766C-44C6-886B-4022415FB9A3}" dt="2026-01-27T08:26:49.184" v="2464" actId="478"/>
          <ac:spMkLst>
            <pc:docMk/>
            <pc:sldMk cId="0" sldId="256"/>
            <ac:spMk id="5967" creationId="{00000000-0000-0000-0000-000000000000}"/>
          </ac:spMkLst>
        </pc:spChg>
        <pc:spChg chg="mod">
          <ac:chgData name="Vidhya Srinivas" userId="2da0088d6bc89946" providerId="LiveId" clId="{0399DCA0-766C-44C6-886B-4022415FB9A3}" dt="2026-01-27T12:31:32.628" v="3159" actId="14100"/>
          <ac:spMkLst>
            <pc:docMk/>
            <pc:sldMk cId="0" sldId="256"/>
            <ac:spMk id="5968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35:41.455" v="721" actId="1076"/>
          <ac:spMkLst>
            <pc:docMk/>
            <pc:sldMk cId="0" sldId="256"/>
            <ac:spMk id="5974" creationId="{00000000-0000-0000-0000-000000000000}"/>
          </ac:spMkLst>
        </pc:spChg>
        <pc:spChg chg="mod">
          <ac:chgData name="Vidhya Srinivas" userId="2da0088d6bc89946" providerId="LiveId" clId="{0399DCA0-766C-44C6-886B-4022415FB9A3}" dt="2026-01-27T05:37:11.588" v="1505" actId="1076"/>
          <ac:spMkLst>
            <pc:docMk/>
            <pc:sldMk cId="0" sldId="256"/>
            <ac:spMk id="5975" creationId="{00000000-0000-0000-0000-000000000000}"/>
          </ac:spMkLst>
        </pc:spChg>
        <pc:grpChg chg="mod">
          <ac:chgData name="Vidhya Srinivas" userId="2da0088d6bc89946" providerId="LiveId" clId="{0399DCA0-766C-44C6-886B-4022415FB9A3}" dt="2026-01-25T12:35:37.272" v="720" actId="1076"/>
          <ac:grpSpMkLst>
            <pc:docMk/>
            <pc:sldMk cId="0" sldId="256"/>
            <ac:grpSpMk id="5970" creationId="{00000000-0000-0000-0000-000000000000}"/>
          </ac:grpSpMkLst>
        </pc:grpChg>
        <pc:picChg chg="add del mod ord">
          <ac:chgData name="Vidhya Srinivas" userId="2da0088d6bc89946" providerId="LiveId" clId="{0399DCA0-766C-44C6-886B-4022415FB9A3}" dt="2026-01-27T09:10:41.511" v="2700" actId="478"/>
          <ac:picMkLst>
            <pc:docMk/>
            <pc:sldMk cId="0" sldId="256"/>
            <ac:picMk id="4" creationId="{57EA2C2F-DFF5-DA91-92E6-4A5A22578FE7}"/>
          </ac:picMkLst>
        </pc:picChg>
      </pc:sldChg>
      <pc:sldChg chg="modSp del mod modNotes">
        <pc:chgData name="Vidhya Srinivas" userId="2da0088d6bc89946" providerId="LiveId" clId="{0399DCA0-766C-44C6-886B-4022415FB9A3}" dt="2026-01-27T05:40:17.596" v="1552" actId="47"/>
        <pc:sldMkLst>
          <pc:docMk/>
          <pc:sldMk cId="0" sldId="257"/>
        </pc:sldMkLst>
      </pc:sldChg>
      <pc:sldChg chg="delSp modSp mod modClrScheme chgLayout">
        <pc:chgData name="Vidhya Srinivas" userId="2da0088d6bc89946" providerId="LiveId" clId="{0399DCA0-766C-44C6-886B-4022415FB9A3}" dt="2026-01-27T06:40:03.638" v="2383" actId="404"/>
        <pc:sldMkLst>
          <pc:docMk/>
          <pc:sldMk cId="0" sldId="259"/>
        </pc:sldMkLst>
        <pc:spChg chg="mod ord">
          <ac:chgData name="Vidhya Srinivas" userId="2da0088d6bc89946" providerId="LiveId" clId="{0399DCA0-766C-44C6-886B-4022415FB9A3}" dt="2026-01-26T18:33:14.605" v="877" actId="20577"/>
          <ac:spMkLst>
            <pc:docMk/>
            <pc:sldMk cId="0" sldId="259"/>
            <ac:spMk id="6032" creationId="{00000000-0000-0000-0000-000000000000}"/>
          </ac:spMkLst>
        </pc:spChg>
        <pc:spChg chg="mod ord">
          <ac:chgData name="Vidhya Srinivas" userId="2da0088d6bc89946" providerId="LiveId" clId="{0399DCA0-766C-44C6-886B-4022415FB9A3}" dt="2026-01-27T06:40:03.638" v="2383" actId="404"/>
          <ac:spMkLst>
            <pc:docMk/>
            <pc:sldMk cId="0" sldId="259"/>
            <ac:spMk id="6033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22:04.803" v="419" actId="123"/>
          <ac:spMkLst>
            <pc:docMk/>
            <pc:sldMk cId="0" sldId="259"/>
            <ac:spMk id="6035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22:04.803" v="419" actId="123"/>
          <ac:spMkLst>
            <pc:docMk/>
            <pc:sldMk cId="0" sldId="259"/>
            <ac:spMk id="6036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22:04.803" v="419" actId="123"/>
          <ac:spMkLst>
            <pc:docMk/>
            <pc:sldMk cId="0" sldId="259"/>
            <ac:spMk id="6037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22:04.803" v="419" actId="123"/>
          <ac:spMkLst>
            <pc:docMk/>
            <pc:sldMk cId="0" sldId="259"/>
            <ac:spMk id="6038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22:04.803" v="419" actId="123"/>
          <ac:spMkLst>
            <pc:docMk/>
            <pc:sldMk cId="0" sldId="259"/>
            <ac:spMk id="6039" creationId="{00000000-0000-0000-0000-000000000000}"/>
          </ac:spMkLst>
        </pc:spChg>
        <pc:grpChg chg="mod">
          <ac:chgData name="Vidhya Srinivas" userId="2da0088d6bc89946" providerId="LiveId" clId="{0399DCA0-766C-44C6-886B-4022415FB9A3}" dt="2026-01-25T12:21:49.393" v="416" actId="1076"/>
          <ac:grpSpMkLst>
            <pc:docMk/>
            <pc:sldMk cId="0" sldId="259"/>
            <ac:grpSpMk id="6034" creationId="{00000000-0000-0000-0000-000000000000}"/>
          </ac:grpSpMkLst>
        </pc:grpChg>
      </pc:sldChg>
      <pc:sldChg chg="addSp delSp modSp mod modClrScheme chgLayout modNotes">
        <pc:chgData name="Vidhya Srinivas" userId="2da0088d6bc89946" providerId="LiveId" clId="{0399DCA0-766C-44C6-886B-4022415FB9A3}" dt="2026-01-27T09:00:20.021" v="2587" actId="1076"/>
        <pc:sldMkLst>
          <pc:docMk/>
          <pc:sldMk cId="0" sldId="260"/>
        </pc:sldMkLst>
        <pc:spChg chg="add del mod">
          <ac:chgData name="Vidhya Srinivas" userId="2da0088d6bc89946" providerId="LiveId" clId="{0399DCA0-766C-44C6-886B-4022415FB9A3}" dt="2026-01-26T18:55:51.173" v="1218" actId="478"/>
          <ac:spMkLst>
            <pc:docMk/>
            <pc:sldMk cId="0" sldId="260"/>
            <ac:spMk id="2" creationId="{C10420CB-6E0F-A1E9-3E9A-54B4F0A6546F}"/>
          </ac:spMkLst>
        </pc:spChg>
        <pc:spChg chg="add del mod">
          <ac:chgData name="Vidhya Srinivas" userId="2da0088d6bc89946" providerId="LiveId" clId="{0399DCA0-766C-44C6-886B-4022415FB9A3}" dt="2026-01-27T09:00:16.659" v="2586" actId="478"/>
          <ac:spMkLst>
            <pc:docMk/>
            <pc:sldMk cId="0" sldId="260"/>
            <ac:spMk id="4" creationId="{C46FF5EA-BDC6-AB15-062C-5A49D6656750}"/>
          </ac:spMkLst>
        </pc:spChg>
        <pc:spChg chg="add del mod ord">
          <ac:chgData name="Vidhya Srinivas" userId="2da0088d6bc89946" providerId="LiveId" clId="{0399DCA0-766C-44C6-886B-4022415FB9A3}" dt="2026-01-26T18:56:02.813" v="1220" actId="478"/>
          <ac:spMkLst>
            <pc:docMk/>
            <pc:sldMk cId="0" sldId="260"/>
            <ac:spMk id="7" creationId="{5D89B3F6-9C61-7073-4A39-32B1771BAB0F}"/>
          </ac:spMkLst>
        </pc:spChg>
        <pc:spChg chg="mod ord">
          <ac:chgData name="Vidhya Srinivas" userId="2da0088d6bc89946" providerId="LiveId" clId="{0399DCA0-766C-44C6-886B-4022415FB9A3}" dt="2026-01-26T19:11:00.629" v="1365" actId="1076"/>
          <ac:spMkLst>
            <pc:docMk/>
            <pc:sldMk cId="0" sldId="260"/>
            <ac:spMk id="6044" creationId="{00000000-0000-0000-0000-000000000000}"/>
          </ac:spMkLst>
        </pc:spChg>
        <pc:spChg chg="mod ord">
          <ac:chgData name="Vidhya Srinivas" userId="2da0088d6bc89946" providerId="LiveId" clId="{0399DCA0-766C-44C6-886B-4022415FB9A3}" dt="2026-01-27T08:59:30.455" v="2543" actId="1076"/>
          <ac:spMkLst>
            <pc:docMk/>
            <pc:sldMk cId="0" sldId="260"/>
            <ac:spMk id="6045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1:43:49.901" v="49" actId="2711"/>
          <ac:spMkLst>
            <pc:docMk/>
            <pc:sldMk cId="0" sldId="260"/>
            <ac:spMk id="6047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1:43:49.901" v="49" actId="2711"/>
          <ac:spMkLst>
            <pc:docMk/>
            <pc:sldMk cId="0" sldId="260"/>
            <ac:spMk id="6049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1:43:49.901" v="49" actId="2711"/>
          <ac:spMkLst>
            <pc:docMk/>
            <pc:sldMk cId="0" sldId="260"/>
            <ac:spMk id="6050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1:43:49.901" v="49" actId="2711"/>
          <ac:spMkLst>
            <pc:docMk/>
            <pc:sldMk cId="0" sldId="260"/>
            <ac:spMk id="6061" creationId="{00000000-0000-0000-0000-000000000000}"/>
          </ac:spMkLst>
        </pc:spChg>
        <pc:grpChg chg="mod">
          <ac:chgData name="Vidhya Srinivas" userId="2da0088d6bc89946" providerId="LiveId" clId="{0399DCA0-766C-44C6-886B-4022415FB9A3}" dt="2026-01-25T11:43:32.716" v="47" actId="1076"/>
          <ac:grpSpMkLst>
            <pc:docMk/>
            <pc:sldMk cId="0" sldId="260"/>
            <ac:grpSpMk id="6046" creationId="{00000000-0000-0000-0000-000000000000}"/>
          </ac:grpSpMkLst>
        </pc:grpChg>
        <pc:grpChg chg="del mod">
          <ac:chgData name="Vidhya Srinivas" userId="2da0088d6bc89946" providerId="LiveId" clId="{0399DCA0-766C-44C6-886B-4022415FB9A3}" dt="2026-01-26T20:25:21.099" v="1492" actId="478"/>
          <ac:grpSpMkLst>
            <pc:docMk/>
            <pc:sldMk cId="0" sldId="260"/>
            <ac:grpSpMk id="6051" creationId="{00000000-0000-0000-0000-000000000000}"/>
          </ac:grpSpMkLst>
        </pc:grpChg>
        <pc:picChg chg="add mod">
          <ac:chgData name="Vidhya Srinivas" userId="2da0088d6bc89946" providerId="LiveId" clId="{0399DCA0-766C-44C6-886B-4022415FB9A3}" dt="2026-01-27T09:00:20.021" v="2587" actId="1076"/>
          <ac:picMkLst>
            <pc:docMk/>
            <pc:sldMk cId="0" sldId="260"/>
            <ac:picMk id="3" creationId="{034A51C0-511F-76A4-21CE-0B6A5C676A1B}"/>
          </ac:picMkLst>
        </pc:picChg>
        <pc:picChg chg="add del mod">
          <ac:chgData name="Vidhya Srinivas" userId="2da0088d6bc89946" providerId="LiveId" clId="{0399DCA0-766C-44C6-886B-4022415FB9A3}" dt="2026-01-26T18:55:44.845" v="1216" actId="478"/>
          <ac:picMkLst>
            <pc:docMk/>
            <pc:sldMk cId="0" sldId="260"/>
            <ac:picMk id="4" creationId="{B29FDDD5-1C33-5ED2-A969-08A862651F5F}"/>
          </ac:picMkLst>
        </pc:picChg>
        <pc:picChg chg="add del mod">
          <ac:chgData name="Vidhya Srinivas" userId="2da0088d6bc89946" providerId="LiveId" clId="{0399DCA0-766C-44C6-886B-4022415FB9A3}" dt="2026-01-26T18:55:43.393" v="1215" actId="478"/>
          <ac:picMkLst>
            <pc:docMk/>
            <pc:sldMk cId="0" sldId="260"/>
            <ac:picMk id="6" creationId="{A800993E-27C2-966C-6578-01CFE822AC9B}"/>
          </ac:picMkLst>
        </pc:picChg>
      </pc:sldChg>
      <pc:sldChg chg="delSp modSp del mod modNotes">
        <pc:chgData name="Vidhya Srinivas" userId="2da0088d6bc89946" providerId="LiveId" clId="{0399DCA0-766C-44C6-886B-4022415FB9A3}" dt="2026-01-26T18:44:33.674" v="1087" actId="47"/>
        <pc:sldMkLst>
          <pc:docMk/>
          <pc:sldMk cId="0" sldId="261"/>
        </pc:sldMkLst>
      </pc:sldChg>
      <pc:sldChg chg="delSp modSp del mod modClrScheme chgLayout">
        <pc:chgData name="Vidhya Srinivas" userId="2da0088d6bc89946" providerId="LiveId" clId="{0399DCA0-766C-44C6-886B-4022415FB9A3}" dt="2026-01-26T18:44:35.626" v="1088" actId="47"/>
        <pc:sldMkLst>
          <pc:docMk/>
          <pc:sldMk cId="0" sldId="263"/>
        </pc:sldMkLst>
        <pc:spChg chg="del mod">
          <ac:chgData name="Vidhya Srinivas" userId="2da0088d6bc89946" providerId="LiveId" clId="{0399DCA0-766C-44C6-886B-4022415FB9A3}" dt="2026-01-26T18:18:05.672" v="808" actId="478"/>
          <ac:spMkLst>
            <pc:docMk/>
            <pc:sldMk cId="0" sldId="263"/>
            <ac:spMk id="6113" creationId="{00000000-0000-0000-0000-000000000000}"/>
          </ac:spMkLst>
        </pc:spChg>
        <pc:spChg chg="mod ord">
          <ac:chgData name="Vidhya Srinivas" userId="2da0088d6bc89946" providerId="LiveId" clId="{0399DCA0-766C-44C6-886B-4022415FB9A3}" dt="2026-01-26T18:18:28.369" v="815" actId="14100"/>
          <ac:spMkLst>
            <pc:docMk/>
            <pc:sldMk cId="0" sldId="263"/>
            <ac:spMk id="6115" creationId="{00000000-0000-0000-0000-000000000000}"/>
          </ac:spMkLst>
        </pc:spChg>
      </pc:sldChg>
      <pc:sldChg chg="addSp delSp modSp mod modNotes">
        <pc:chgData name="Vidhya Srinivas" userId="2da0088d6bc89946" providerId="LiveId" clId="{0399DCA0-766C-44C6-886B-4022415FB9A3}" dt="2026-01-27T09:26:04.947" v="2949" actId="14100"/>
        <pc:sldMkLst>
          <pc:docMk/>
          <pc:sldMk cId="0" sldId="264"/>
        </pc:sldMkLst>
        <pc:spChg chg="mod">
          <ac:chgData name="Vidhya Srinivas" userId="2da0088d6bc89946" providerId="LiveId" clId="{0399DCA0-766C-44C6-886B-4022415FB9A3}" dt="2026-01-26T20:22:13.685" v="1473" actId="113"/>
          <ac:spMkLst>
            <pc:docMk/>
            <pc:sldMk cId="0" sldId="264"/>
            <ac:spMk id="6126" creationId="{00000000-0000-0000-0000-000000000000}"/>
          </ac:spMkLst>
        </pc:spChg>
        <pc:spChg chg="mod">
          <ac:chgData name="Vidhya Srinivas" userId="2da0088d6bc89946" providerId="LiveId" clId="{0399DCA0-766C-44C6-886B-4022415FB9A3}" dt="2026-01-27T09:26:04.947" v="2949" actId="14100"/>
          <ac:spMkLst>
            <pc:docMk/>
            <pc:sldMk cId="0" sldId="264"/>
            <ac:spMk id="6127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31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32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34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35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36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41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08:24.999" v="142" actId="2711"/>
          <ac:spMkLst>
            <pc:docMk/>
            <pc:sldMk cId="0" sldId="264"/>
            <ac:spMk id="6142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10:05.182" v="166" actId="1076"/>
          <ac:spMkLst>
            <pc:docMk/>
            <pc:sldMk cId="0" sldId="264"/>
            <ac:spMk id="6143" creationId="{00000000-0000-0000-0000-000000000000}"/>
          </ac:spMkLst>
        </pc:spChg>
        <pc:grpChg chg="mod">
          <ac:chgData name="Vidhya Srinivas" userId="2da0088d6bc89946" providerId="LiveId" clId="{0399DCA0-766C-44C6-886B-4022415FB9A3}" dt="2026-01-25T12:10:01.927" v="165" actId="1076"/>
          <ac:grpSpMkLst>
            <pc:docMk/>
            <pc:sldMk cId="0" sldId="264"/>
            <ac:grpSpMk id="6128" creationId="{00000000-0000-0000-0000-000000000000}"/>
          </ac:grpSpMkLst>
        </pc:grpChg>
        <pc:picChg chg="add mod">
          <ac:chgData name="Vidhya Srinivas" userId="2da0088d6bc89946" providerId="LiveId" clId="{0399DCA0-766C-44C6-886B-4022415FB9A3}" dt="2026-01-27T09:25:58.373" v="2947" actId="1076"/>
          <ac:picMkLst>
            <pc:docMk/>
            <pc:sldMk cId="0" sldId="264"/>
            <ac:picMk id="3" creationId="{A1E28082-D33B-CDB9-A00D-17B3005BCD40}"/>
          </ac:picMkLst>
        </pc:picChg>
      </pc:sldChg>
      <pc:sldChg chg="addSp delSp modSp mod modNotes">
        <pc:chgData name="Vidhya Srinivas" userId="2da0088d6bc89946" providerId="LiveId" clId="{0399DCA0-766C-44C6-886B-4022415FB9A3}" dt="2026-01-27T09:27:24.958" v="2957" actId="14100"/>
        <pc:sldMkLst>
          <pc:docMk/>
          <pc:sldMk cId="0" sldId="265"/>
        </pc:sldMkLst>
        <pc:spChg chg="add mod">
          <ac:chgData name="Vidhya Srinivas" userId="2da0088d6bc89946" providerId="LiveId" clId="{0399DCA0-766C-44C6-886B-4022415FB9A3}" dt="2026-01-27T05:47:20.060" v="1555"/>
          <ac:spMkLst>
            <pc:docMk/>
            <pc:sldMk cId="0" sldId="265"/>
            <ac:spMk id="2" creationId="{FBDCFDBD-C39C-634B-9125-7F0D9F8C633A}"/>
          </ac:spMkLst>
        </pc:spChg>
        <pc:spChg chg="mod">
          <ac:chgData name="Vidhya Srinivas" userId="2da0088d6bc89946" providerId="LiveId" clId="{0399DCA0-766C-44C6-886B-4022415FB9A3}" dt="2026-01-27T05:54:21.157" v="1612" actId="20577"/>
          <ac:spMkLst>
            <pc:docMk/>
            <pc:sldMk cId="0" sldId="265"/>
            <ac:spMk id="6149" creationId="{00000000-0000-0000-0000-000000000000}"/>
          </ac:spMkLst>
        </pc:spChg>
        <pc:spChg chg="add del mod">
          <ac:chgData name="Vidhya Srinivas" userId="2da0088d6bc89946" providerId="LiveId" clId="{0399DCA0-766C-44C6-886B-4022415FB9A3}" dt="2026-01-27T09:27:24.958" v="2957" actId="14100"/>
          <ac:spMkLst>
            <pc:docMk/>
            <pc:sldMk cId="0" sldId="265"/>
            <ac:spMk id="6150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10:55.611" v="179" actId="1076"/>
          <ac:spMkLst>
            <pc:docMk/>
            <pc:sldMk cId="0" sldId="265"/>
            <ac:spMk id="6166" creationId="{00000000-0000-0000-0000-000000000000}"/>
          </ac:spMkLst>
        </pc:spChg>
        <pc:grpChg chg="mod">
          <ac:chgData name="Vidhya Srinivas" userId="2da0088d6bc89946" providerId="LiveId" clId="{0399DCA0-766C-44C6-886B-4022415FB9A3}" dt="2026-01-25T12:11:17.770" v="182" actId="14100"/>
          <ac:grpSpMkLst>
            <pc:docMk/>
            <pc:sldMk cId="0" sldId="265"/>
            <ac:grpSpMk id="6151" creationId="{00000000-0000-0000-0000-000000000000}"/>
          </ac:grpSpMkLst>
        </pc:grpChg>
      </pc:sldChg>
      <pc:sldChg chg="addSp delSp modSp mod modClrScheme chgLayout modNotes">
        <pc:chgData name="Vidhya Srinivas" userId="2da0088d6bc89946" providerId="LiveId" clId="{0399DCA0-766C-44C6-886B-4022415FB9A3}" dt="2026-01-27T09:30:32.418" v="3011" actId="20577"/>
        <pc:sldMkLst>
          <pc:docMk/>
          <pc:sldMk cId="0" sldId="266"/>
        </pc:sldMkLst>
        <pc:spChg chg="add del mod ord">
          <ac:chgData name="Vidhya Srinivas" userId="2da0088d6bc89946" providerId="LiveId" clId="{0399DCA0-766C-44C6-886B-4022415FB9A3}" dt="2026-01-27T09:29:51.413" v="2984" actId="255"/>
          <ac:spMkLst>
            <pc:docMk/>
            <pc:sldMk cId="0" sldId="266"/>
            <ac:spMk id="2" creationId="{75E4F49D-5662-2748-58FE-967D79987256}"/>
          </ac:spMkLst>
        </pc:spChg>
        <pc:spChg chg="add mod ord">
          <ac:chgData name="Vidhya Srinivas" userId="2da0088d6bc89946" providerId="LiveId" clId="{0399DCA0-766C-44C6-886B-4022415FB9A3}" dt="2026-01-27T09:29:55.522" v="2985" actId="255"/>
          <ac:spMkLst>
            <pc:docMk/>
            <pc:sldMk cId="0" sldId="266"/>
            <ac:spMk id="3" creationId="{3A76417E-E0EC-ADE1-3E5D-F0DAB1AB704B}"/>
          </ac:spMkLst>
        </pc:spChg>
        <pc:spChg chg="add mod ord">
          <ac:chgData name="Vidhya Srinivas" userId="2da0088d6bc89946" providerId="LiveId" clId="{0399DCA0-766C-44C6-886B-4022415FB9A3}" dt="2026-01-27T09:29:40.644" v="2981" actId="255"/>
          <ac:spMkLst>
            <pc:docMk/>
            <pc:sldMk cId="0" sldId="266"/>
            <ac:spMk id="4" creationId="{0A2CA821-8CAF-766D-0DDE-D7F1420743A5}"/>
          </ac:spMkLst>
        </pc:spChg>
        <pc:spChg chg="add mod ord">
          <ac:chgData name="Vidhya Srinivas" userId="2da0088d6bc89946" providerId="LiveId" clId="{0399DCA0-766C-44C6-886B-4022415FB9A3}" dt="2026-01-27T09:29:44.466" v="2982" actId="255"/>
          <ac:spMkLst>
            <pc:docMk/>
            <pc:sldMk cId="0" sldId="266"/>
            <ac:spMk id="5" creationId="{56014DD8-6585-7D31-A990-F0B9C62359FF}"/>
          </ac:spMkLst>
        </pc:spChg>
        <pc:spChg chg="add mod ord">
          <ac:chgData name="Vidhya Srinivas" userId="2da0088d6bc89946" providerId="LiveId" clId="{0399DCA0-766C-44C6-886B-4022415FB9A3}" dt="2026-01-27T09:29:48.228" v="2983" actId="255"/>
          <ac:spMkLst>
            <pc:docMk/>
            <pc:sldMk cId="0" sldId="266"/>
            <ac:spMk id="6" creationId="{C9D57944-BACF-3334-7736-9BB22696719D}"/>
          </ac:spMkLst>
        </pc:spChg>
        <pc:spChg chg="mod ord">
          <ac:chgData name="Vidhya Srinivas" userId="2da0088d6bc89946" providerId="LiveId" clId="{0399DCA0-766C-44C6-886B-4022415FB9A3}" dt="2026-01-27T09:30:32.418" v="3011" actId="20577"/>
          <ac:spMkLst>
            <pc:docMk/>
            <pc:sldMk cId="0" sldId="266"/>
            <ac:spMk id="6172" creationId="{00000000-0000-0000-0000-000000000000}"/>
          </ac:spMkLst>
        </pc:spChg>
        <pc:spChg chg="add del mod ord">
          <ac:chgData name="Vidhya Srinivas" userId="2da0088d6bc89946" providerId="LiveId" clId="{0399DCA0-766C-44C6-886B-4022415FB9A3}" dt="2026-01-27T09:30:22.297" v="2991" actId="122"/>
          <ac:spMkLst>
            <pc:docMk/>
            <pc:sldMk cId="0" sldId="266"/>
            <ac:spMk id="6173" creationId="{00000000-0000-0000-0000-000000000000}"/>
          </ac:spMkLst>
        </pc:spChg>
        <pc:grpChg chg="mod">
          <ac:chgData name="Vidhya Srinivas" userId="2da0088d6bc89946" providerId="LiveId" clId="{0399DCA0-766C-44C6-886B-4022415FB9A3}" dt="2026-01-25T12:12:35.671" v="204" actId="14100"/>
          <ac:grpSpMkLst>
            <pc:docMk/>
            <pc:sldMk cId="0" sldId="266"/>
            <ac:grpSpMk id="6174" creationId="{00000000-0000-0000-0000-000000000000}"/>
          </ac:grpSpMkLst>
        </pc:grpChg>
      </pc:sldChg>
      <pc:sldChg chg="modSp del mod modNotes">
        <pc:chgData name="Vidhya Srinivas" userId="2da0088d6bc89946" providerId="LiveId" clId="{0399DCA0-766C-44C6-886B-4022415FB9A3}" dt="2026-01-27T06:23:53.039" v="2179" actId="47"/>
        <pc:sldMkLst>
          <pc:docMk/>
          <pc:sldMk cId="0" sldId="267"/>
        </pc:sldMkLst>
        <pc:spChg chg="mod">
          <ac:chgData name="Vidhya Srinivas" userId="2da0088d6bc89946" providerId="LiveId" clId="{0399DCA0-766C-44C6-886B-4022415FB9A3}" dt="2026-01-27T06:23:36.654" v="2176" actId="20577"/>
          <ac:spMkLst>
            <pc:docMk/>
            <pc:sldMk cId="0" sldId="267"/>
            <ac:spMk id="6195" creationId="{00000000-0000-0000-0000-000000000000}"/>
          </ac:spMkLst>
        </pc:spChg>
      </pc:sldChg>
      <pc:sldChg chg="addSp delSp modSp mod modNotes">
        <pc:chgData name="Vidhya Srinivas" userId="2da0088d6bc89946" providerId="LiveId" clId="{0399DCA0-766C-44C6-886B-4022415FB9A3}" dt="2026-01-25T12:20:25.958" v="395"/>
        <pc:sldMkLst>
          <pc:docMk/>
          <pc:sldMk cId="0" sldId="268"/>
        </pc:sldMkLst>
        <pc:spChg chg="mod">
          <ac:chgData name="Vidhya Srinivas" userId="2da0088d6bc89946" providerId="LiveId" clId="{0399DCA0-766C-44C6-886B-4022415FB9A3}" dt="2026-01-25T12:14:58.105" v="391" actId="14100"/>
          <ac:spMkLst>
            <pc:docMk/>
            <pc:sldMk cId="0" sldId="268"/>
            <ac:spMk id="6201" creationId="{00000000-0000-0000-0000-000000000000}"/>
          </ac:spMkLst>
        </pc:spChg>
        <pc:spChg chg="mod">
          <ac:chgData name="Vidhya Srinivas" userId="2da0088d6bc89946" providerId="LiveId" clId="{0399DCA0-766C-44C6-886B-4022415FB9A3}" dt="2026-01-25T12:20:18.973" v="393" actId="1076"/>
          <ac:spMkLst>
            <pc:docMk/>
            <pc:sldMk cId="0" sldId="268"/>
            <ac:spMk id="6202" creationId="{00000000-0000-0000-0000-000000000000}"/>
          </ac:spMkLst>
        </pc:spChg>
      </pc:sldChg>
      <pc:sldChg chg="addSp delSp modSp new mod modClrScheme chgLayout">
        <pc:chgData name="Vidhya Srinivas" userId="2da0088d6bc89946" providerId="LiveId" clId="{0399DCA0-766C-44C6-886B-4022415FB9A3}" dt="2026-01-25T12:21:21.306" v="414" actId="1076"/>
        <pc:sldMkLst>
          <pc:docMk/>
          <pc:sldMk cId="4084446189" sldId="269"/>
        </pc:sldMkLst>
        <pc:spChg chg="add mod ord">
          <ac:chgData name="Vidhya Srinivas" userId="2da0088d6bc89946" providerId="LiveId" clId="{0399DCA0-766C-44C6-886B-4022415FB9A3}" dt="2026-01-25T12:21:21.306" v="414" actId="1076"/>
          <ac:spMkLst>
            <pc:docMk/>
            <pc:sldMk cId="4084446189" sldId="269"/>
            <ac:spMk id="4" creationId="{3FCAC063-AF56-B227-D112-85237AE1C0A2}"/>
          </ac:spMkLst>
        </pc:spChg>
        <pc:spChg chg="add mod ord">
          <ac:chgData name="Vidhya Srinivas" userId="2da0088d6bc89946" providerId="LiveId" clId="{0399DCA0-766C-44C6-886B-4022415FB9A3}" dt="2026-01-25T12:21:14.359" v="413" actId="20577"/>
          <ac:spMkLst>
            <pc:docMk/>
            <pc:sldMk cId="4084446189" sldId="269"/>
            <ac:spMk id="5" creationId="{530D13B2-D56A-F918-DE3E-582079BC987A}"/>
          </ac:spMkLst>
        </pc:spChg>
      </pc:sldChg>
      <pc:sldChg chg="modSp new mod">
        <pc:chgData name="Vidhya Srinivas" userId="2da0088d6bc89946" providerId="LiveId" clId="{0399DCA0-766C-44C6-886B-4022415FB9A3}" dt="2026-01-27T06:39:59.075" v="2382" actId="404"/>
        <pc:sldMkLst>
          <pc:docMk/>
          <pc:sldMk cId="73148628" sldId="270"/>
        </pc:sldMkLst>
        <pc:spChg chg="mod">
          <ac:chgData name="Vidhya Srinivas" userId="2da0088d6bc89946" providerId="LiveId" clId="{0399DCA0-766C-44C6-886B-4022415FB9A3}" dt="2026-01-25T12:39:46.395" v="790" actId="404"/>
          <ac:spMkLst>
            <pc:docMk/>
            <pc:sldMk cId="73148628" sldId="270"/>
            <ac:spMk id="2" creationId="{437C9A78-EA95-06BF-7937-6BF0D478D494}"/>
          </ac:spMkLst>
        </pc:spChg>
        <pc:spChg chg="mod">
          <ac:chgData name="Vidhya Srinivas" userId="2da0088d6bc89946" providerId="LiveId" clId="{0399DCA0-766C-44C6-886B-4022415FB9A3}" dt="2026-01-27T06:39:59.075" v="2382" actId="404"/>
          <ac:spMkLst>
            <pc:docMk/>
            <pc:sldMk cId="73148628" sldId="270"/>
            <ac:spMk id="3" creationId="{E74E1B2E-5803-E360-34A3-4ED44A2EF3C6}"/>
          </ac:spMkLst>
        </pc:spChg>
      </pc:sldChg>
      <pc:sldChg chg="modSp new del mod">
        <pc:chgData name="Vidhya Srinivas" userId="2da0088d6bc89946" providerId="LiveId" clId="{0399DCA0-766C-44C6-886B-4022415FB9A3}" dt="2026-01-26T18:35:46.055" v="927" actId="47"/>
        <pc:sldMkLst>
          <pc:docMk/>
          <pc:sldMk cId="660842167" sldId="271"/>
        </pc:sldMkLst>
        <pc:spChg chg="mod">
          <ac:chgData name="Vidhya Srinivas" userId="2da0088d6bc89946" providerId="LiveId" clId="{0399DCA0-766C-44C6-886B-4022415FB9A3}" dt="2026-01-26T18:35:37.580" v="925" actId="20577"/>
          <ac:spMkLst>
            <pc:docMk/>
            <pc:sldMk cId="660842167" sldId="271"/>
            <ac:spMk id="2" creationId="{F1E664FC-F1AB-0836-CA0E-FEC3770CEE6E}"/>
          </ac:spMkLst>
        </pc:spChg>
      </pc:sldChg>
      <pc:sldChg chg="modSp add mod">
        <pc:chgData name="Vidhya Srinivas" userId="2da0088d6bc89946" providerId="LiveId" clId="{0399DCA0-766C-44C6-886B-4022415FB9A3}" dt="2026-01-27T06:40:07.182" v="2384" actId="404"/>
        <pc:sldMkLst>
          <pc:docMk/>
          <pc:sldMk cId="3533073465" sldId="272"/>
        </pc:sldMkLst>
        <pc:spChg chg="mod">
          <ac:chgData name="Vidhya Srinivas" userId="2da0088d6bc89946" providerId="LiveId" clId="{0399DCA0-766C-44C6-886B-4022415FB9A3}" dt="2026-01-26T18:44:07.555" v="1086" actId="113"/>
          <ac:spMkLst>
            <pc:docMk/>
            <pc:sldMk cId="3533073465" sldId="272"/>
            <ac:spMk id="6032" creationId="{9C887C97-0D3D-7E90-96BA-41776217594E}"/>
          </ac:spMkLst>
        </pc:spChg>
        <pc:spChg chg="mod">
          <ac:chgData name="Vidhya Srinivas" userId="2da0088d6bc89946" providerId="LiveId" clId="{0399DCA0-766C-44C6-886B-4022415FB9A3}" dt="2026-01-27T06:40:07.182" v="2384" actId="404"/>
          <ac:spMkLst>
            <pc:docMk/>
            <pc:sldMk cId="3533073465" sldId="272"/>
            <ac:spMk id="6033" creationId="{6FD9CA2F-DB3A-F37F-B4E4-E8DEB63DD499}"/>
          </ac:spMkLst>
        </pc:spChg>
      </pc:sldChg>
      <pc:sldChg chg="modSp add mod">
        <pc:chgData name="Vidhya Srinivas" userId="2da0088d6bc89946" providerId="LiveId" clId="{0399DCA0-766C-44C6-886B-4022415FB9A3}" dt="2026-01-27T06:40:11.413" v="2385" actId="404"/>
        <pc:sldMkLst>
          <pc:docMk/>
          <pc:sldMk cId="3667853479" sldId="273"/>
        </pc:sldMkLst>
        <pc:spChg chg="mod">
          <ac:chgData name="Vidhya Srinivas" userId="2da0088d6bc89946" providerId="LiveId" clId="{0399DCA0-766C-44C6-886B-4022415FB9A3}" dt="2026-01-26T18:44:02.391" v="1085" actId="113"/>
          <ac:spMkLst>
            <pc:docMk/>
            <pc:sldMk cId="3667853479" sldId="273"/>
            <ac:spMk id="6032" creationId="{C0AEE42D-26FC-36CE-41F2-21E82DC7926A}"/>
          </ac:spMkLst>
        </pc:spChg>
        <pc:spChg chg="mod">
          <ac:chgData name="Vidhya Srinivas" userId="2da0088d6bc89946" providerId="LiveId" clId="{0399DCA0-766C-44C6-886B-4022415FB9A3}" dt="2026-01-27T06:40:11.413" v="2385" actId="404"/>
          <ac:spMkLst>
            <pc:docMk/>
            <pc:sldMk cId="3667853479" sldId="273"/>
            <ac:spMk id="6033" creationId="{AFD48D47-BF72-F217-F9A1-D5E58766532F}"/>
          </ac:spMkLst>
        </pc:spChg>
      </pc:sldChg>
      <pc:sldChg chg="modSp new del mod">
        <pc:chgData name="Vidhya Srinivas" userId="2da0088d6bc89946" providerId="LiveId" clId="{0399DCA0-766C-44C6-886B-4022415FB9A3}" dt="2026-01-26T18:40:03.426" v="1030" actId="47"/>
        <pc:sldMkLst>
          <pc:docMk/>
          <pc:sldMk cId="825084505" sldId="274"/>
        </pc:sldMkLst>
        <pc:spChg chg="mod">
          <ac:chgData name="Vidhya Srinivas" userId="2da0088d6bc89946" providerId="LiveId" clId="{0399DCA0-766C-44C6-886B-4022415FB9A3}" dt="2026-01-26T18:39:55.638" v="1028" actId="20577"/>
          <ac:spMkLst>
            <pc:docMk/>
            <pc:sldMk cId="825084505" sldId="274"/>
            <ac:spMk id="2" creationId="{997512AB-E828-7A5A-0BEE-B95B8ACBD492}"/>
          </ac:spMkLst>
        </pc:spChg>
      </pc:sldChg>
      <pc:sldChg chg="modSp add mod">
        <pc:chgData name="Vidhya Srinivas" userId="2da0088d6bc89946" providerId="LiveId" clId="{0399DCA0-766C-44C6-886B-4022415FB9A3}" dt="2026-01-27T06:40:15.535" v="2386" actId="404"/>
        <pc:sldMkLst>
          <pc:docMk/>
          <pc:sldMk cId="1379081639" sldId="275"/>
        </pc:sldMkLst>
        <pc:spChg chg="mod">
          <ac:chgData name="Vidhya Srinivas" userId="2da0088d6bc89946" providerId="LiveId" clId="{0399DCA0-766C-44C6-886B-4022415FB9A3}" dt="2026-01-26T18:43:55.076" v="1084" actId="113"/>
          <ac:spMkLst>
            <pc:docMk/>
            <pc:sldMk cId="1379081639" sldId="275"/>
            <ac:spMk id="6032" creationId="{BAFBAE94-09D3-E0A6-DD6E-678843B8788E}"/>
          </ac:spMkLst>
        </pc:spChg>
        <pc:spChg chg="mod">
          <ac:chgData name="Vidhya Srinivas" userId="2da0088d6bc89946" providerId="LiveId" clId="{0399DCA0-766C-44C6-886B-4022415FB9A3}" dt="2026-01-27T06:40:15.535" v="2386" actId="404"/>
          <ac:spMkLst>
            <pc:docMk/>
            <pc:sldMk cId="1379081639" sldId="275"/>
            <ac:spMk id="6033" creationId="{64396994-0143-D961-5A11-42D216167B2F}"/>
          </ac:spMkLst>
        </pc:spChg>
      </pc:sldChg>
      <pc:sldChg chg="addSp delSp modSp add mod">
        <pc:chgData name="Vidhya Srinivas" userId="2da0088d6bc89946" providerId="LiveId" clId="{0399DCA0-766C-44C6-886B-4022415FB9A3}" dt="2026-01-27T09:38:02.518" v="3029" actId="14100"/>
        <pc:sldMkLst>
          <pc:docMk/>
          <pc:sldMk cId="269774868" sldId="276"/>
        </pc:sldMkLst>
        <pc:spChg chg="mod">
          <ac:chgData name="Vidhya Srinivas" userId="2da0088d6bc89946" providerId="LiveId" clId="{0399DCA0-766C-44C6-886B-4022415FB9A3}" dt="2026-01-26T18:47:04.194" v="1130" actId="1076"/>
          <ac:spMkLst>
            <pc:docMk/>
            <pc:sldMk cId="269774868" sldId="276"/>
            <ac:spMk id="6032" creationId="{2218A45E-5601-C963-19EC-5D7424AC7707}"/>
          </ac:spMkLst>
        </pc:spChg>
        <pc:spChg chg="mod">
          <ac:chgData name="Vidhya Srinivas" userId="2da0088d6bc89946" providerId="LiveId" clId="{0399DCA0-766C-44C6-886B-4022415FB9A3}" dt="2026-01-27T09:38:02.518" v="3029" actId="14100"/>
          <ac:spMkLst>
            <pc:docMk/>
            <pc:sldMk cId="269774868" sldId="276"/>
            <ac:spMk id="6033" creationId="{7FF6057A-604C-0A28-2783-E97A9C8A9E0E}"/>
          </ac:spMkLst>
        </pc:spChg>
        <pc:grpChg chg="mod">
          <ac:chgData name="Vidhya Srinivas" userId="2da0088d6bc89946" providerId="LiveId" clId="{0399DCA0-766C-44C6-886B-4022415FB9A3}" dt="2026-01-26T18:47:29.649" v="1136" actId="1076"/>
          <ac:grpSpMkLst>
            <pc:docMk/>
            <pc:sldMk cId="269774868" sldId="276"/>
            <ac:grpSpMk id="6034" creationId="{16002254-6BEE-1CE6-FED8-73F3787B54B5}"/>
          </ac:grpSpMkLst>
        </pc:grpChg>
        <pc:picChg chg="add del mod">
          <ac:chgData name="Vidhya Srinivas" userId="2da0088d6bc89946" providerId="LiveId" clId="{0399DCA0-766C-44C6-886B-4022415FB9A3}" dt="2026-01-27T09:37:32.345" v="3019" actId="478"/>
          <ac:picMkLst>
            <pc:docMk/>
            <pc:sldMk cId="269774868" sldId="276"/>
            <ac:picMk id="3" creationId="{D7101A82-A754-4201-C75D-E6552932CE9E}"/>
          </ac:picMkLst>
        </pc:picChg>
        <pc:picChg chg="add mod">
          <ac:chgData name="Vidhya Srinivas" userId="2da0088d6bc89946" providerId="LiveId" clId="{0399DCA0-766C-44C6-886B-4022415FB9A3}" dt="2026-01-27T09:37:56.088" v="3028" actId="14100"/>
          <ac:picMkLst>
            <pc:docMk/>
            <pc:sldMk cId="269774868" sldId="276"/>
            <ac:picMk id="5" creationId="{2CF1DCDD-E99B-D08F-4F60-746B258A3EFC}"/>
          </ac:picMkLst>
        </pc:picChg>
      </pc:sldChg>
      <pc:sldChg chg="addSp modSp add mod">
        <pc:chgData name="Vidhya Srinivas" userId="2da0088d6bc89946" providerId="LiveId" clId="{0399DCA0-766C-44C6-886B-4022415FB9A3}" dt="2026-01-27T09:32:32.591" v="3018"/>
        <pc:sldMkLst>
          <pc:docMk/>
          <pc:sldMk cId="3278772184" sldId="277"/>
        </pc:sldMkLst>
        <pc:spChg chg="mod">
          <ac:chgData name="Vidhya Srinivas" userId="2da0088d6bc89946" providerId="LiveId" clId="{0399DCA0-766C-44C6-886B-4022415FB9A3}" dt="2026-01-27T09:13:13.091" v="2728" actId="1076"/>
          <ac:spMkLst>
            <pc:docMk/>
            <pc:sldMk cId="3278772184" sldId="277"/>
            <ac:spMk id="6044" creationId="{576BC6A1-A0B6-FFDA-D72B-00FBE7D56C5C}"/>
          </ac:spMkLst>
        </pc:spChg>
        <pc:spChg chg="mod">
          <ac:chgData name="Vidhya Srinivas" userId="2da0088d6bc89946" providerId="LiveId" clId="{0399DCA0-766C-44C6-886B-4022415FB9A3}" dt="2026-01-27T09:17:28.925" v="2872" actId="1076"/>
          <ac:spMkLst>
            <pc:docMk/>
            <pc:sldMk cId="3278772184" sldId="277"/>
            <ac:spMk id="6045" creationId="{B35987F9-2FB2-D23F-3AD7-ED54A062F8FB}"/>
          </ac:spMkLst>
        </pc:spChg>
        <pc:graphicFrameChg chg="add mod modGraphic">
          <ac:chgData name="Vidhya Srinivas" userId="2da0088d6bc89946" providerId="LiveId" clId="{0399DCA0-766C-44C6-886B-4022415FB9A3}" dt="2026-01-27T09:32:32.591" v="3018"/>
          <ac:graphicFrameMkLst>
            <pc:docMk/>
            <pc:sldMk cId="3278772184" sldId="277"/>
            <ac:graphicFrameMk id="4" creationId="{C423127B-CE5F-A332-75B9-4EF697EDFB42}"/>
          </ac:graphicFrameMkLst>
        </pc:graphicFrameChg>
        <pc:picChg chg="add mod">
          <ac:chgData name="Vidhya Srinivas" userId="2da0088d6bc89946" providerId="LiveId" clId="{0399DCA0-766C-44C6-886B-4022415FB9A3}" dt="2026-01-27T09:14:18.738" v="2776" actId="1076"/>
          <ac:picMkLst>
            <pc:docMk/>
            <pc:sldMk cId="3278772184" sldId="277"/>
            <ac:picMk id="3" creationId="{9FD13798-55CD-AE87-9E1D-22AC454597C7}"/>
          </ac:picMkLst>
        </pc:picChg>
      </pc:sldChg>
      <pc:sldChg chg="addSp modSp add mod">
        <pc:chgData name="Vidhya Srinivas" userId="2da0088d6bc89946" providerId="LiveId" clId="{0399DCA0-766C-44C6-886B-4022415FB9A3}" dt="2026-01-27T10:01:07.544" v="3131" actId="20577"/>
        <pc:sldMkLst>
          <pc:docMk/>
          <pc:sldMk cId="2695680104" sldId="278"/>
        </pc:sldMkLst>
        <pc:spChg chg="add mod">
          <ac:chgData name="Vidhya Srinivas" userId="2da0088d6bc89946" providerId="LiveId" clId="{0399DCA0-766C-44C6-886B-4022415FB9A3}" dt="2026-01-27T09:19:26.534" v="2922" actId="1076"/>
          <ac:spMkLst>
            <pc:docMk/>
            <pc:sldMk cId="2695680104" sldId="278"/>
            <ac:spMk id="4" creationId="{853EBEC8-AE1A-EF13-DAE2-F08F63E1D956}"/>
          </ac:spMkLst>
        </pc:spChg>
        <pc:spChg chg="mod">
          <ac:chgData name="Vidhya Srinivas" userId="2da0088d6bc89946" providerId="LiveId" clId="{0399DCA0-766C-44C6-886B-4022415FB9A3}" dt="2026-01-26T19:12:27.375" v="1417" actId="1076"/>
          <ac:spMkLst>
            <pc:docMk/>
            <pc:sldMk cId="2695680104" sldId="278"/>
            <ac:spMk id="6044" creationId="{BA5A01AF-6B2B-B314-B034-02411E0C9601}"/>
          </ac:spMkLst>
        </pc:spChg>
        <pc:spChg chg="mod">
          <ac:chgData name="Vidhya Srinivas" userId="2da0088d6bc89946" providerId="LiveId" clId="{0399DCA0-766C-44C6-886B-4022415FB9A3}" dt="2026-01-27T10:01:07.544" v="3131" actId="20577"/>
          <ac:spMkLst>
            <pc:docMk/>
            <pc:sldMk cId="2695680104" sldId="278"/>
            <ac:spMk id="6045" creationId="{295CD314-494D-21DB-F36B-804E68692FE9}"/>
          </ac:spMkLst>
        </pc:spChg>
        <pc:picChg chg="add mod">
          <ac:chgData name="Vidhya Srinivas" userId="2da0088d6bc89946" providerId="LiveId" clId="{0399DCA0-766C-44C6-886B-4022415FB9A3}" dt="2026-01-27T09:19:17.740" v="2921" actId="1076"/>
          <ac:picMkLst>
            <pc:docMk/>
            <pc:sldMk cId="2695680104" sldId="278"/>
            <ac:picMk id="3" creationId="{B7CBFC78-2575-ACAC-DFDB-0FD82A97DE5F}"/>
          </ac:picMkLst>
        </pc:picChg>
      </pc:sldChg>
      <pc:sldChg chg="addSp delSp modSp add mod">
        <pc:chgData name="Vidhya Srinivas" userId="2da0088d6bc89946" providerId="LiveId" clId="{0399DCA0-766C-44C6-886B-4022415FB9A3}" dt="2026-01-27T09:27:14.223" v="2955" actId="1076"/>
        <pc:sldMkLst>
          <pc:docMk/>
          <pc:sldMk cId="3195479310" sldId="279"/>
        </pc:sldMkLst>
        <pc:spChg chg="mod">
          <ac:chgData name="Vidhya Srinivas" userId="2da0088d6bc89946" providerId="LiveId" clId="{0399DCA0-766C-44C6-886B-4022415FB9A3}" dt="2026-01-26T20:18:07.628" v="1433" actId="1076"/>
          <ac:spMkLst>
            <pc:docMk/>
            <pc:sldMk cId="3195479310" sldId="279"/>
            <ac:spMk id="6044" creationId="{0620B6E6-881E-735A-0C73-B454F89811A9}"/>
          </ac:spMkLst>
        </pc:spChg>
        <pc:spChg chg="mod">
          <ac:chgData name="Vidhya Srinivas" userId="2da0088d6bc89946" providerId="LiveId" clId="{0399DCA0-766C-44C6-886B-4022415FB9A3}" dt="2026-01-27T09:27:09.180" v="2954" actId="14100"/>
          <ac:spMkLst>
            <pc:docMk/>
            <pc:sldMk cId="3195479310" sldId="279"/>
            <ac:spMk id="6045" creationId="{0044F31F-9D88-3EB4-E075-D1C3601E771E}"/>
          </ac:spMkLst>
        </pc:spChg>
        <pc:picChg chg="add del mod">
          <ac:chgData name="Vidhya Srinivas" userId="2da0088d6bc89946" providerId="LiveId" clId="{0399DCA0-766C-44C6-886B-4022415FB9A3}" dt="2026-01-27T09:26:56.833" v="2950" actId="478"/>
          <ac:picMkLst>
            <pc:docMk/>
            <pc:sldMk cId="3195479310" sldId="279"/>
            <ac:picMk id="3" creationId="{47F9D7B5-D4A0-7E78-57CF-18A8837037AA}"/>
          </ac:picMkLst>
        </pc:picChg>
        <pc:picChg chg="add mod">
          <ac:chgData name="Vidhya Srinivas" userId="2da0088d6bc89946" providerId="LiveId" clId="{0399DCA0-766C-44C6-886B-4022415FB9A3}" dt="2026-01-27T09:27:14.223" v="2955" actId="1076"/>
          <ac:picMkLst>
            <pc:docMk/>
            <pc:sldMk cId="3195479310" sldId="279"/>
            <ac:picMk id="5" creationId="{F65E89A2-8268-DCD7-FB24-DE856447B698}"/>
          </ac:picMkLst>
        </pc:picChg>
      </pc:sldChg>
      <pc:sldChg chg="addSp modSp add mod">
        <pc:chgData name="Vidhya Srinivas" userId="2da0088d6bc89946" providerId="LiveId" clId="{0399DCA0-766C-44C6-886B-4022415FB9A3}" dt="2026-01-27T09:24:36.854" v="2940" actId="14100"/>
        <pc:sldMkLst>
          <pc:docMk/>
          <pc:sldMk cId="3706990738" sldId="280"/>
        </pc:sldMkLst>
        <pc:spChg chg="mod">
          <ac:chgData name="Vidhya Srinivas" userId="2da0088d6bc89946" providerId="LiveId" clId="{0399DCA0-766C-44C6-886B-4022415FB9A3}" dt="2026-01-26T20:20:05.225" v="1456"/>
          <ac:spMkLst>
            <pc:docMk/>
            <pc:sldMk cId="3706990738" sldId="280"/>
            <ac:spMk id="6044" creationId="{B41CA7CD-2905-AC5D-702D-73EB7FE513DE}"/>
          </ac:spMkLst>
        </pc:spChg>
        <pc:spChg chg="mod">
          <ac:chgData name="Vidhya Srinivas" userId="2da0088d6bc89946" providerId="LiveId" clId="{0399DCA0-766C-44C6-886B-4022415FB9A3}" dt="2026-01-27T09:24:36.854" v="2940" actId="14100"/>
          <ac:spMkLst>
            <pc:docMk/>
            <pc:sldMk cId="3706990738" sldId="280"/>
            <ac:spMk id="6045" creationId="{E90B9B9D-E60F-FF54-1FBC-F9242232F718}"/>
          </ac:spMkLst>
        </pc:spChg>
        <pc:picChg chg="add mod">
          <ac:chgData name="Vidhya Srinivas" userId="2da0088d6bc89946" providerId="LiveId" clId="{0399DCA0-766C-44C6-886B-4022415FB9A3}" dt="2026-01-27T09:24:28.592" v="2937" actId="1076"/>
          <ac:picMkLst>
            <pc:docMk/>
            <pc:sldMk cId="3706990738" sldId="280"/>
            <ac:picMk id="3" creationId="{9658FC6F-A9E1-3F85-6E3C-05246646EAA8}"/>
          </ac:picMkLst>
        </pc:picChg>
      </pc:sldChg>
      <pc:sldChg chg="addSp delSp modSp new mod modClrScheme chgLayout">
        <pc:chgData name="Vidhya Srinivas" userId="2da0088d6bc89946" providerId="LiveId" clId="{0399DCA0-766C-44C6-886B-4022415FB9A3}" dt="2026-01-27T06:41:51.231" v="2402" actId="1076"/>
        <pc:sldMkLst>
          <pc:docMk/>
          <pc:sldMk cId="3557454411" sldId="281"/>
        </pc:sldMkLst>
        <pc:spChg chg="del mod ord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2" creationId="{499D970B-1B7F-9D50-A8B9-32A5697F1BDE}"/>
          </ac:spMkLst>
        </pc:spChg>
        <pc:spChg chg="del mod ord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3" creationId="{A5B6C2BC-0B3B-FA0D-2A34-D369601BA767}"/>
          </ac:spMkLst>
        </pc:spChg>
        <pc:spChg chg="del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4" creationId="{7F2F5F1B-8F0A-2CEE-2E43-5B3B2894A064}"/>
          </ac:spMkLst>
        </pc:spChg>
        <pc:spChg chg="del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5" creationId="{4602F65C-0DB5-5EA5-450B-D6A3F6B79F7D}"/>
          </ac:spMkLst>
        </pc:spChg>
        <pc:spChg chg="del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6" creationId="{BC75533D-125F-93B4-19E6-53457D8FCC63}"/>
          </ac:spMkLst>
        </pc:spChg>
        <pc:spChg chg="del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7" creationId="{C11D9EB9-1FDB-3293-9C4D-05ECFECFC044}"/>
          </ac:spMkLst>
        </pc:spChg>
        <pc:spChg chg="del">
          <ac:chgData name="Vidhya Srinivas" userId="2da0088d6bc89946" providerId="LiveId" clId="{0399DCA0-766C-44C6-886B-4022415FB9A3}" dt="2026-01-27T06:23:50.898" v="2178" actId="700"/>
          <ac:spMkLst>
            <pc:docMk/>
            <pc:sldMk cId="3557454411" sldId="281"/>
            <ac:spMk id="8" creationId="{77C9E1FD-C87E-5853-F2E7-1E72946EE0A1}"/>
          </ac:spMkLst>
        </pc:spChg>
        <pc:spChg chg="add mod ord">
          <ac:chgData name="Vidhya Srinivas" userId="2da0088d6bc89946" providerId="LiveId" clId="{0399DCA0-766C-44C6-886B-4022415FB9A3}" dt="2026-01-27T06:28:56.936" v="2344" actId="1076"/>
          <ac:spMkLst>
            <pc:docMk/>
            <pc:sldMk cId="3557454411" sldId="281"/>
            <ac:spMk id="9" creationId="{4B9CDF76-267D-0E4B-5D3E-8200ED10B12E}"/>
          </ac:spMkLst>
        </pc:spChg>
        <pc:spChg chg="add mod ord">
          <ac:chgData name="Vidhya Srinivas" userId="2da0088d6bc89946" providerId="LiveId" clId="{0399DCA0-766C-44C6-886B-4022415FB9A3}" dt="2026-01-27T06:41:51.231" v="2402" actId="1076"/>
          <ac:spMkLst>
            <pc:docMk/>
            <pc:sldMk cId="3557454411" sldId="281"/>
            <ac:spMk id="10" creationId="{928132FE-6E91-F8A0-EBDD-C63A63C44D46}"/>
          </ac:spMkLst>
        </pc:spChg>
      </pc:sldChg>
      <pc:sldChg chg="addSp delSp modSp new mod modClrScheme chgLayout">
        <pc:chgData name="Vidhya Srinivas" userId="2da0088d6bc89946" providerId="LiveId" clId="{0399DCA0-766C-44C6-886B-4022415FB9A3}" dt="2026-01-27T06:39:05.650" v="2381" actId="14100"/>
        <pc:sldMkLst>
          <pc:docMk/>
          <pc:sldMk cId="3205977373" sldId="282"/>
        </pc:sldMkLst>
        <pc:spChg chg="del mod ord">
          <ac:chgData name="Vidhya Srinivas" userId="2da0088d6bc89946" providerId="LiveId" clId="{0399DCA0-766C-44C6-886B-4022415FB9A3}" dt="2026-01-27T06:34:54.359" v="2346" actId="700"/>
          <ac:spMkLst>
            <pc:docMk/>
            <pc:sldMk cId="3205977373" sldId="282"/>
            <ac:spMk id="2" creationId="{EE139D21-E983-F638-E6AA-C30067B8E08A}"/>
          </ac:spMkLst>
        </pc:spChg>
        <pc:spChg chg="del mod ord">
          <ac:chgData name="Vidhya Srinivas" userId="2da0088d6bc89946" providerId="LiveId" clId="{0399DCA0-766C-44C6-886B-4022415FB9A3}" dt="2026-01-27T06:34:54.359" v="2346" actId="700"/>
          <ac:spMkLst>
            <pc:docMk/>
            <pc:sldMk cId="3205977373" sldId="282"/>
            <ac:spMk id="3" creationId="{DC32C08B-E523-2EEF-C362-CE8DB0CE65D9}"/>
          </ac:spMkLst>
        </pc:spChg>
        <pc:spChg chg="add mod ord">
          <ac:chgData name="Vidhya Srinivas" userId="2da0088d6bc89946" providerId="LiveId" clId="{0399DCA0-766C-44C6-886B-4022415FB9A3}" dt="2026-01-27T06:39:05.650" v="2381" actId="14100"/>
          <ac:spMkLst>
            <pc:docMk/>
            <pc:sldMk cId="3205977373" sldId="282"/>
            <ac:spMk id="4" creationId="{1DC1BDA2-6BD7-E41C-FA2F-646357ABCDAF}"/>
          </ac:spMkLst>
        </pc:spChg>
        <pc:spChg chg="add del mod ord">
          <ac:chgData name="Vidhya Srinivas" userId="2da0088d6bc89946" providerId="LiveId" clId="{0399DCA0-766C-44C6-886B-4022415FB9A3}" dt="2026-01-27T06:35:11.612" v="2365" actId="700"/>
          <ac:spMkLst>
            <pc:docMk/>
            <pc:sldMk cId="3205977373" sldId="282"/>
            <ac:spMk id="5" creationId="{44BBF30B-CD28-01AB-0847-56912CC2DC0B}"/>
          </ac:spMkLst>
        </pc:spChg>
        <pc:spChg chg="add del mod ord">
          <ac:chgData name="Vidhya Srinivas" userId="2da0088d6bc89946" providerId="LiveId" clId="{0399DCA0-766C-44C6-886B-4022415FB9A3}" dt="2026-01-27T06:35:21.652" v="2366" actId="700"/>
          <ac:spMkLst>
            <pc:docMk/>
            <pc:sldMk cId="3205977373" sldId="282"/>
            <ac:spMk id="6" creationId="{743B670E-07DB-B256-E403-D352668CA38D}"/>
          </ac:spMkLst>
        </pc:spChg>
        <pc:spChg chg="add del mod ord">
          <ac:chgData name="Vidhya Srinivas" userId="2da0088d6bc89946" providerId="LiveId" clId="{0399DCA0-766C-44C6-886B-4022415FB9A3}" dt="2026-01-27T06:35:21.652" v="2366" actId="700"/>
          <ac:spMkLst>
            <pc:docMk/>
            <pc:sldMk cId="3205977373" sldId="282"/>
            <ac:spMk id="7" creationId="{DB5065E0-DEF6-5BCC-5EED-DEC51FAB1A53}"/>
          </ac:spMkLst>
        </pc:spChg>
        <pc:spChg chg="add mod ord">
          <ac:chgData name="Vidhya Srinivas" userId="2da0088d6bc89946" providerId="LiveId" clId="{0399DCA0-766C-44C6-886B-4022415FB9A3}" dt="2026-01-27T06:38:30.217" v="2378" actId="122"/>
          <ac:spMkLst>
            <pc:docMk/>
            <pc:sldMk cId="3205977373" sldId="282"/>
            <ac:spMk id="8" creationId="{1783471D-30AE-363F-2247-BCD0521101E5}"/>
          </ac:spMkLst>
        </pc:spChg>
      </pc:sldChg>
      <pc:sldMasterChg chg="modSldLayout">
        <pc:chgData name="Vidhya Srinivas" userId="2da0088d6bc89946" providerId="LiveId" clId="{0399DCA0-766C-44C6-886B-4022415FB9A3}" dt="2026-01-25T11:36:24.752" v="4"/>
        <pc:sldMasterMkLst>
          <pc:docMk/>
          <pc:sldMasterMk cId="915184328" sldId="2147483682"/>
        </pc:sldMasterMkLst>
        <pc:sldLayoutChg chg="delSp">
          <pc:chgData name="Vidhya Srinivas" userId="2da0088d6bc89946" providerId="LiveId" clId="{0399DCA0-766C-44C6-886B-4022415FB9A3}" dt="2026-01-25T11:36:24.752" v="4"/>
          <pc:sldLayoutMkLst>
            <pc:docMk/>
            <pc:sldMasterMk cId="915184328" sldId="2147483682"/>
            <pc:sldLayoutMk cId="3380835348" sldId="214748370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4" name="Google Shape;59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5" name="Google Shape;59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Google Shape;60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9" name="Google Shape;60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7">
          <a:extLst>
            <a:ext uri="{FF2B5EF4-FFF2-40B4-BE49-F238E27FC236}">
              <a16:creationId xmlns:a16="http://schemas.microsoft.com/office/drawing/2014/main" id="{5CD24BA7-E10B-B9F0-580E-CEF395B47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Google Shape;6028;p4:notes">
            <a:extLst>
              <a:ext uri="{FF2B5EF4-FFF2-40B4-BE49-F238E27FC236}">
                <a16:creationId xmlns:a16="http://schemas.microsoft.com/office/drawing/2014/main" id="{A4555789-4F3D-6C6B-C669-57A5F0DD5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9" name="Google Shape;6029;p4:notes">
            <a:extLst>
              <a:ext uri="{FF2B5EF4-FFF2-40B4-BE49-F238E27FC236}">
                <a16:creationId xmlns:a16="http://schemas.microsoft.com/office/drawing/2014/main" id="{867C29C8-E4B9-FEE3-26CD-109AB9A6B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30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7">
          <a:extLst>
            <a:ext uri="{FF2B5EF4-FFF2-40B4-BE49-F238E27FC236}">
              <a16:creationId xmlns:a16="http://schemas.microsoft.com/office/drawing/2014/main" id="{CFECE29B-AA1A-B50B-4955-3C65CCA0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Google Shape;6028;p4:notes">
            <a:extLst>
              <a:ext uri="{FF2B5EF4-FFF2-40B4-BE49-F238E27FC236}">
                <a16:creationId xmlns:a16="http://schemas.microsoft.com/office/drawing/2014/main" id="{03FF84D2-0FF8-9C16-B23D-B344DCE68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9" name="Google Shape;6029;p4:notes">
            <a:extLst>
              <a:ext uri="{FF2B5EF4-FFF2-40B4-BE49-F238E27FC236}">
                <a16:creationId xmlns:a16="http://schemas.microsoft.com/office/drawing/2014/main" id="{1865B1C0-CBDF-FCB7-9B73-0F7570B50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468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7">
          <a:extLst>
            <a:ext uri="{FF2B5EF4-FFF2-40B4-BE49-F238E27FC236}">
              <a16:creationId xmlns:a16="http://schemas.microsoft.com/office/drawing/2014/main" id="{693C0FC1-4242-F5CA-A2DA-83E4CB25C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Google Shape;6028;p4:notes">
            <a:extLst>
              <a:ext uri="{FF2B5EF4-FFF2-40B4-BE49-F238E27FC236}">
                <a16:creationId xmlns:a16="http://schemas.microsoft.com/office/drawing/2014/main" id="{A65EE217-0739-5501-792A-535220BCA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9" name="Google Shape;6029;p4:notes">
            <a:extLst>
              <a:ext uri="{FF2B5EF4-FFF2-40B4-BE49-F238E27FC236}">
                <a16:creationId xmlns:a16="http://schemas.microsoft.com/office/drawing/2014/main" id="{3AE2832C-6BCF-38D6-412F-4F535D01AD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730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7">
          <a:extLst>
            <a:ext uri="{FF2B5EF4-FFF2-40B4-BE49-F238E27FC236}">
              <a16:creationId xmlns:a16="http://schemas.microsoft.com/office/drawing/2014/main" id="{F763121C-A7AE-A2E7-82F8-B6AC817B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Google Shape;6028;p4:notes">
            <a:extLst>
              <a:ext uri="{FF2B5EF4-FFF2-40B4-BE49-F238E27FC236}">
                <a16:creationId xmlns:a16="http://schemas.microsoft.com/office/drawing/2014/main" id="{C2B0DAC5-281B-8987-2198-DCA40F1A31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9" name="Google Shape;6029;p4:notes">
            <a:extLst>
              <a:ext uri="{FF2B5EF4-FFF2-40B4-BE49-F238E27FC236}">
                <a16:creationId xmlns:a16="http://schemas.microsoft.com/office/drawing/2014/main" id="{39AA8114-549C-DC6E-482B-2BCE8E0097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298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" name="Google Shape;60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2" name="Google Shape;60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0">
          <a:extLst>
            <a:ext uri="{FF2B5EF4-FFF2-40B4-BE49-F238E27FC236}">
              <a16:creationId xmlns:a16="http://schemas.microsoft.com/office/drawing/2014/main" id="{56130A77-89EB-9271-3187-2FF1AFFA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" name="Google Shape;6041;p5:notes">
            <a:extLst>
              <a:ext uri="{FF2B5EF4-FFF2-40B4-BE49-F238E27FC236}">
                <a16:creationId xmlns:a16="http://schemas.microsoft.com/office/drawing/2014/main" id="{8099424E-5AA5-01DF-57BB-0C52C5E41A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2" name="Google Shape;6042;p5:notes">
            <a:extLst>
              <a:ext uri="{FF2B5EF4-FFF2-40B4-BE49-F238E27FC236}">
                <a16:creationId xmlns:a16="http://schemas.microsoft.com/office/drawing/2014/main" id="{B0A6B848-2A44-7BF7-4C96-122C3CD929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081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0">
          <a:extLst>
            <a:ext uri="{FF2B5EF4-FFF2-40B4-BE49-F238E27FC236}">
              <a16:creationId xmlns:a16="http://schemas.microsoft.com/office/drawing/2014/main" id="{5F339416-A7AD-E69E-E712-B3728A0A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" name="Google Shape;6041;p5:notes">
            <a:extLst>
              <a:ext uri="{FF2B5EF4-FFF2-40B4-BE49-F238E27FC236}">
                <a16:creationId xmlns:a16="http://schemas.microsoft.com/office/drawing/2014/main" id="{0A86B5FD-A58B-E8AE-218E-A068C05F3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2" name="Google Shape;6042;p5:notes">
            <a:extLst>
              <a:ext uri="{FF2B5EF4-FFF2-40B4-BE49-F238E27FC236}">
                <a16:creationId xmlns:a16="http://schemas.microsoft.com/office/drawing/2014/main" id="{FC40225E-8F0A-60BA-6C03-E714B0E1B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38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0">
          <a:extLst>
            <a:ext uri="{FF2B5EF4-FFF2-40B4-BE49-F238E27FC236}">
              <a16:creationId xmlns:a16="http://schemas.microsoft.com/office/drawing/2014/main" id="{F1476098-CDB4-968A-8B1A-9C5C9916D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" name="Google Shape;6041;p5:notes">
            <a:extLst>
              <a:ext uri="{FF2B5EF4-FFF2-40B4-BE49-F238E27FC236}">
                <a16:creationId xmlns:a16="http://schemas.microsoft.com/office/drawing/2014/main" id="{3CB70F35-8C1E-307E-63FD-CE4AD9960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2" name="Google Shape;6042;p5:notes">
            <a:extLst>
              <a:ext uri="{FF2B5EF4-FFF2-40B4-BE49-F238E27FC236}">
                <a16:creationId xmlns:a16="http://schemas.microsoft.com/office/drawing/2014/main" id="{5D16FC39-7BD0-DF77-3A99-49D7BECC0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946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0">
          <a:extLst>
            <a:ext uri="{FF2B5EF4-FFF2-40B4-BE49-F238E27FC236}">
              <a16:creationId xmlns:a16="http://schemas.microsoft.com/office/drawing/2014/main" id="{D9798724-B5DE-FA2E-FDB8-4CF3F9E5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" name="Google Shape;6041;p5:notes">
            <a:extLst>
              <a:ext uri="{FF2B5EF4-FFF2-40B4-BE49-F238E27FC236}">
                <a16:creationId xmlns:a16="http://schemas.microsoft.com/office/drawing/2014/main" id="{C9A3847B-8C90-FD08-717B-8C40CADCA9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2" name="Google Shape;6042;p5:notes">
            <a:extLst>
              <a:ext uri="{FF2B5EF4-FFF2-40B4-BE49-F238E27FC236}">
                <a16:creationId xmlns:a16="http://schemas.microsoft.com/office/drawing/2014/main" id="{B623F253-0A38-CEB3-8001-F0EB69628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060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" name="Google Shape;612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4" name="Google Shape;6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614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7" name="Google Shape;6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9" name="Google Shape;6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0" name="Google Shape;6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8" name="Google Shape;6198;g3bde8324c6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199" name="Google Shape;6199;g3bde8324c6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3724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2983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0970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7568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05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827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1209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2956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7833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8550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49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291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36038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13022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9295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426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119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SECTION_TITLE_AND_DESCRIPTION">
    <p:bg>
      <p:bgPr>
        <a:solidFill>
          <a:schemeClr val="dk2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"/>
          <p:cNvSpPr txBox="1">
            <a:spLocks noGrp="1"/>
          </p:cNvSpPr>
          <p:nvPr>
            <p:ph type="title"/>
          </p:nvPr>
        </p:nvSpPr>
        <p:spPr>
          <a:xfrm>
            <a:off x="2135520" y="1769040"/>
            <a:ext cx="4872600" cy="146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0" name="Google Shape;510;p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083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184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rividhyathoram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xTL1lKEiM0o0_fmTRpZBpsLLgkeHc5yq/view?usp=sharing" TargetMode="Externa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8" name="Google Shape;5968;p35"/>
          <p:cNvSpPr txBox="1">
            <a:spLocks noGrp="1"/>
          </p:cNvSpPr>
          <p:nvPr>
            <p:ph type="subTitle" idx="1"/>
          </p:nvPr>
        </p:nvSpPr>
        <p:spPr>
          <a:xfrm>
            <a:off x="5855464" y="3888847"/>
            <a:ext cx="2825390" cy="74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bin"/>
              <a:buNone/>
            </a:pPr>
            <a:r>
              <a:rPr lang="en-IN" sz="1400" b="1" i="0" u="none" strike="noStrike" cap="none" dirty="0">
                <a:solidFill>
                  <a:srgbClr val="FFFFFF"/>
                </a:solidFill>
                <a:latin typeface="Mongolian Baiti" panose="03000500000000000000" pitchFamily="66" charset="0"/>
                <a:ea typeface="Noto Sans Symbols"/>
                <a:cs typeface="Mongolian Baiti" panose="03000500000000000000" pitchFamily="66" charset="0"/>
                <a:sym typeface="Noto Sans Symbols"/>
              </a:rPr>
              <a:t>PRESENTER: THORAM SRI VIDHYA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bin"/>
              <a:buNone/>
            </a:pPr>
            <a:r>
              <a:rPr lang="en-IN" sz="1400" b="1" cap="none" dirty="0">
                <a:solidFill>
                  <a:srgbClr val="FFFFFF"/>
                </a:solidFill>
                <a:latin typeface="Mongolian Baiti" panose="03000500000000000000" pitchFamily="66" charset="0"/>
                <a:ea typeface="Noto Sans Symbols"/>
                <a:cs typeface="Mongolian Baiti" panose="03000500000000000000" pitchFamily="66" charset="0"/>
                <a:sym typeface="Noto Sans Symbols"/>
              </a:rPr>
              <a:t>EMAIL: </a:t>
            </a:r>
            <a:r>
              <a:rPr lang="en-IN" sz="1400" b="1" cap="none" dirty="0">
                <a:solidFill>
                  <a:srgbClr val="FFFFFF"/>
                </a:solidFill>
                <a:latin typeface="Mongolian Baiti" panose="03000500000000000000" pitchFamily="66" charset="0"/>
                <a:ea typeface="Noto Sans Symbols"/>
                <a:cs typeface="Mongolian Baiti" panose="03000500000000000000" pitchFamily="66" charset="0"/>
                <a:sym typeface="Noto Sans Symbols"/>
                <a:hlinkClick r:id="rId3"/>
              </a:rPr>
              <a:t>srividhyathoram@gmail.com</a:t>
            </a:r>
            <a:endParaRPr lang="en-IN" sz="1400" b="1" cap="none" dirty="0">
              <a:solidFill>
                <a:srgbClr val="FFFFFF"/>
              </a:solidFill>
              <a:latin typeface="Mongolian Baiti" panose="03000500000000000000" pitchFamily="66" charset="0"/>
              <a:ea typeface="Noto Sans Symbols"/>
              <a:cs typeface="Mongolian Baiti" panose="03000500000000000000" pitchFamily="66" charset="0"/>
              <a:sym typeface="Noto Sans Symbol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bin"/>
              <a:buNone/>
            </a:pPr>
            <a:r>
              <a:rPr lang="en-IN" sz="1400" b="1" i="0" u="none" strike="noStrike" cap="none" dirty="0">
                <a:solidFill>
                  <a:schemeClr val="bg1"/>
                </a:solidFill>
                <a:latin typeface="Mongolian Baiti" panose="03000500000000000000" pitchFamily="66" charset="0"/>
                <a:ea typeface="Cabin"/>
                <a:cs typeface="Mongolian Baiti" panose="03000500000000000000" pitchFamily="66" charset="0"/>
                <a:sym typeface="Cabin"/>
              </a:rPr>
              <a:t>Branch: CSE</a:t>
            </a:r>
            <a:endParaRPr sz="1400" b="1" i="0" u="none" strike="noStrike" cap="none" dirty="0">
              <a:solidFill>
                <a:schemeClr val="bg1"/>
              </a:solidFill>
              <a:latin typeface="Mongolian Baiti" panose="03000500000000000000" pitchFamily="66" charset="0"/>
              <a:ea typeface="Cabin"/>
              <a:cs typeface="Mongolian Baiti" panose="03000500000000000000" pitchFamily="66" charset="0"/>
              <a:sym typeface="Cabin"/>
            </a:endParaRPr>
          </a:p>
        </p:txBody>
      </p:sp>
      <p:sp>
        <p:nvSpPr>
          <p:cNvPr id="5969" name="Google Shape;5969;p35"/>
          <p:cNvSpPr/>
          <p:nvPr/>
        </p:nvSpPr>
        <p:spPr>
          <a:xfrm>
            <a:off x="7293600" y="392400"/>
            <a:ext cx="937440" cy="77292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14480" algn="bl" rotWithShape="0">
              <a:schemeClr val="dk1">
                <a:alpha val="9568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970" name="Google Shape;5970;p35"/>
          <p:cNvGrpSpPr/>
          <p:nvPr/>
        </p:nvGrpSpPr>
        <p:grpSpPr>
          <a:xfrm>
            <a:off x="7703644" y="2155174"/>
            <a:ext cx="406080" cy="406080"/>
            <a:chOff x="7559280" y="2368440"/>
            <a:chExt cx="406080" cy="406080"/>
          </a:xfrm>
        </p:grpSpPr>
        <p:sp>
          <p:nvSpPr>
            <p:cNvPr id="5971" name="Google Shape;5971;p35"/>
            <p:cNvSpPr/>
            <p:nvPr/>
          </p:nvSpPr>
          <p:spPr>
            <a:xfrm>
              <a:off x="7766280" y="2368440"/>
              <a:ext cx="9720" cy="40608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2" name="Google Shape;5972;p35"/>
            <p:cNvSpPr/>
            <p:nvPr/>
          </p:nvSpPr>
          <p:spPr>
            <a:xfrm>
              <a:off x="7559280" y="2557080"/>
              <a:ext cx="406080" cy="1044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400" rIns="91425" bIns="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3" name="Google Shape;5973;p35"/>
            <p:cNvSpPr/>
            <p:nvPr/>
          </p:nvSpPr>
          <p:spPr>
            <a:xfrm>
              <a:off x="7656840" y="2466720"/>
              <a:ext cx="218160" cy="20232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4" name="Google Shape;5974;p35"/>
            <p:cNvSpPr/>
            <p:nvPr/>
          </p:nvSpPr>
          <p:spPr>
            <a:xfrm>
              <a:off x="7687715" y="2466720"/>
              <a:ext cx="202320" cy="21816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975" name="Google Shape;5975;p35"/>
          <p:cNvSpPr/>
          <p:nvPr/>
        </p:nvSpPr>
        <p:spPr>
          <a:xfrm flipH="1">
            <a:off x="790490" y="2455774"/>
            <a:ext cx="528840" cy="37332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56862"/>
            </a:srgbClr>
          </a:solidFill>
          <a:ln>
            <a:noFill/>
          </a:ln>
          <a:effectLst>
            <a:outerShdw blurRad="15732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976" name="Google Shape;5976;p35"/>
          <p:cNvGrpSpPr/>
          <p:nvPr/>
        </p:nvGrpSpPr>
        <p:grpSpPr>
          <a:xfrm>
            <a:off x="1037520" y="585000"/>
            <a:ext cx="580680" cy="580680"/>
            <a:chOff x="1037520" y="585000"/>
            <a:chExt cx="580680" cy="580680"/>
          </a:xfrm>
        </p:grpSpPr>
        <p:sp>
          <p:nvSpPr>
            <p:cNvPr id="5977" name="Google Shape;5977;p35"/>
            <p:cNvSpPr/>
            <p:nvPr/>
          </p:nvSpPr>
          <p:spPr>
            <a:xfrm>
              <a:off x="1333080" y="585000"/>
              <a:ext cx="14400" cy="58068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8" name="Google Shape;5978;p35"/>
            <p:cNvSpPr/>
            <p:nvPr/>
          </p:nvSpPr>
          <p:spPr>
            <a:xfrm>
              <a:off x="1037520" y="854640"/>
              <a:ext cx="580680" cy="151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7550" rIns="91425" bIns="7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79" name="Google Shape;5979;p35"/>
            <p:cNvSpPr/>
            <p:nvPr/>
          </p:nvSpPr>
          <p:spPr>
            <a:xfrm>
              <a:off x="1177200" y="725400"/>
              <a:ext cx="312120" cy="28908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80" name="Google Shape;5980;p35"/>
            <p:cNvSpPr/>
            <p:nvPr/>
          </p:nvSpPr>
          <p:spPr>
            <a:xfrm>
              <a:off x="1185480" y="700560"/>
              <a:ext cx="289080" cy="3121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AFCDE7D-851F-E62B-2C7F-D8AD955E95C1}"/>
              </a:ext>
            </a:extLst>
          </p:cNvPr>
          <p:cNvSpPr/>
          <p:nvPr/>
        </p:nvSpPr>
        <p:spPr>
          <a:xfrm>
            <a:off x="2614479" y="1458803"/>
            <a:ext cx="39421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en-IN" sz="5400" b="1" spc="50" dirty="0">
                <a:ln w="0">
                  <a:solidFill>
                    <a:schemeClr val="bg2">
                      <a:lumMod val="90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ExoHabitAI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8EC76-89A1-765E-4F1C-219B2C23B4BF}"/>
              </a:ext>
            </a:extLst>
          </p:cNvPr>
          <p:cNvSpPr/>
          <p:nvPr/>
        </p:nvSpPr>
        <p:spPr>
          <a:xfrm>
            <a:off x="2076501" y="2382133"/>
            <a:ext cx="18473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endParaRPr lang="en-IN" sz="11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9E349-F0D3-6ADE-A750-61E6173D36EB}"/>
              </a:ext>
            </a:extLst>
          </p:cNvPr>
          <p:cNvSpPr/>
          <p:nvPr/>
        </p:nvSpPr>
        <p:spPr>
          <a:xfrm>
            <a:off x="1618200" y="2404353"/>
            <a:ext cx="5994469" cy="7078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  <a:scene3d>
              <a:camera prst="perspective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2000" b="1" spc="50" dirty="0">
                <a:ln w="0">
                  <a:solidFill>
                    <a:schemeClr val="bg1"/>
                  </a:solidFill>
                </a:ln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Predicting the Habitability of Exoplanets Using Machine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5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9A78-EA95-06BF-7937-6BF0D478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612" y="861935"/>
            <a:ext cx="4916774" cy="611266"/>
          </a:xfrm>
        </p:spPr>
        <p:txBody>
          <a:bodyPr/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E1B2E-5803-E360-34A3-4ED44A2EF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4457" y="2200325"/>
            <a:ext cx="7495083" cy="2221774"/>
          </a:xfrm>
        </p:spPr>
        <p:txBody>
          <a:bodyPr>
            <a:noAutofit/>
          </a:bodyPr>
          <a:lstStyle/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exoplanets have been discovered in recent years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habitability assessment is complex and time-consuming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Astronomical datasets are high-dimensional and imbalanced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an automated, data-driven system to predict habitability</a:t>
            </a:r>
          </a:p>
          <a:p>
            <a:pPr marL="5143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Assist astronomers in identifying promising habitable candidates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8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38"/>
          <p:cNvSpPr txBox="1">
            <a:spLocks noGrp="1"/>
          </p:cNvSpPr>
          <p:nvPr>
            <p:ph type="title"/>
          </p:nvPr>
        </p:nvSpPr>
        <p:spPr>
          <a:xfrm>
            <a:off x="2526778" y="910186"/>
            <a:ext cx="4205464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ne"/>
              </a:rPr>
              <a:t>Objectives</a:t>
            </a:r>
            <a:endParaRPr sz="3600" b="0" u="none" strike="noStrik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33" name="Google Shape;6033;p38"/>
          <p:cNvSpPr txBox="1">
            <a:spLocks noGrp="1"/>
          </p:cNvSpPr>
          <p:nvPr>
            <p:ph idx="1"/>
          </p:nvPr>
        </p:nvSpPr>
        <p:spPr>
          <a:xfrm>
            <a:off x="781288" y="2128388"/>
            <a:ext cx="7581423" cy="230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Build a machine learning model to predict exoplanet habitability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Engineer meaningful planetary and stellar features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Handle severe class imbalance in habitable vs non-habitable planets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Improve recall for rare habitable planets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Rank exoplanets based on habitability probability</a:t>
            </a:r>
            <a:endParaRPr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034" name="Google Shape;6034;p38"/>
          <p:cNvGrpSpPr/>
          <p:nvPr/>
        </p:nvGrpSpPr>
        <p:grpSpPr>
          <a:xfrm>
            <a:off x="7034300" y="673015"/>
            <a:ext cx="1140830" cy="1190980"/>
            <a:chOff x="4491360" y="782280"/>
            <a:chExt cx="1422720" cy="1422720"/>
          </a:xfrm>
        </p:grpSpPr>
        <p:sp>
          <p:nvSpPr>
            <p:cNvPr id="6035" name="Google Shape;6035;p38"/>
            <p:cNvSpPr/>
            <p:nvPr/>
          </p:nvSpPr>
          <p:spPr>
            <a:xfrm>
              <a:off x="5215680" y="782280"/>
              <a:ext cx="35280" cy="142272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6" name="Google Shape;6036;p38"/>
            <p:cNvSpPr/>
            <p:nvPr/>
          </p:nvSpPr>
          <p:spPr>
            <a:xfrm>
              <a:off x="4491360" y="1442880"/>
              <a:ext cx="1422720" cy="3816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9075" rIns="91425" bIns="1907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7" name="Google Shape;6037;p38"/>
            <p:cNvSpPr/>
            <p:nvPr/>
          </p:nvSpPr>
          <p:spPr>
            <a:xfrm>
              <a:off x="4825438" y="1239363"/>
              <a:ext cx="764644" cy="70849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8" name="Google Shape;6038;p38"/>
            <p:cNvSpPr/>
            <p:nvPr/>
          </p:nvSpPr>
          <p:spPr>
            <a:xfrm>
              <a:off x="4853520" y="1065600"/>
              <a:ext cx="708480" cy="76464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39" name="Google Shape;6039;p38"/>
          <p:cNvSpPr/>
          <p:nvPr/>
        </p:nvSpPr>
        <p:spPr>
          <a:xfrm flipH="1">
            <a:off x="372240" y="280800"/>
            <a:ext cx="545760" cy="4323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0">
          <a:extLst>
            <a:ext uri="{FF2B5EF4-FFF2-40B4-BE49-F238E27FC236}">
              <a16:creationId xmlns:a16="http://schemas.microsoft.com/office/drawing/2014/main" id="{AA8AABDC-0500-F9A0-89DA-9E4C6F4C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38">
            <a:extLst>
              <a:ext uri="{FF2B5EF4-FFF2-40B4-BE49-F238E27FC236}">
                <a16:creationId xmlns:a16="http://schemas.microsoft.com/office/drawing/2014/main" id="{9C887C97-0D3D-7E90-96BA-4177621759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6778" y="910186"/>
            <a:ext cx="4205464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Dataset Overview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33" name="Google Shape;6033;p38">
            <a:extLst>
              <a:ext uri="{FF2B5EF4-FFF2-40B4-BE49-F238E27FC236}">
                <a16:creationId xmlns:a16="http://schemas.microsoft.com/office/drawing/2014/main" id="{6FD9CA2F-DB3A-F37F-B4E4-E8DEB63DD49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1288" y="2009455"/>
            <a:ext cx="7581423" cy="285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Source: NASA Exoplanet Archive (</a:t>
            </a:r>
            <a:r>
              <a:rPr lang="en-IN" sz="1600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PSCompPars</a:t>
            </a: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 dataset)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~40,000 exoplanet records with 90+ attributes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Data includes: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ü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Planet radius, mass, density, temperature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ü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Orbital and stellar parameters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Dataset does not contain direct habitability labels</a:t>
            </a:r>
            <a:endParaRPr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034" name="Google Shape;6034;p38">
            <a:extLst>
              <a:ext uri="{FF2B5EF4-FFF2-40B4-BE49-F238E27FC236}">
                <a16:creationId xmlns:a16="http://schemas.microsoft.com/office/drawing/2014/main" id="{21B1AE0E-2B73-F924-31DC-0C6670309370}"/>
              </a:ext>
            </a:extLst>
          </p:cNvPr>
          <p:cNvGrpSpPr/>
          <p:nvPr/>
        </p:nvGrpSpPr>
        <p:grpSpPr>
          <a:xfrm>
            <a:off x="7034300" y="673015"/>
            <a:ext cx="1140830" cy="1190980"/>
            <a:chOff x="4491360" y="782280"/>
            <a:chExt cx="1422720" cy="1422720"/>
          </a:xfrm>
        </p:grpSpPr>
        <p:sp>
          <p:nvSpPr>
            <p:cNvPr id="6035" name="Google Shape;6035;p38">
              <a:extLst>
                <a:ext uri="{FF2B5EF4-FFF2-40B4-BE49-F238E27FC236}">
                  <a16:creationId xmlns:a16="http://schemas.microsoft.com/office/drawing/2014/main" id="{E98F1256-A02D-32A8-840A-0A7D8AB82AF3}"/>
                </a:ext>
              </a:extLst>
            </p:cNvPr>
            <p:cNvSpPr/>
            <p:nvPr/>
          </p:nvSpPr>
          <p:spPr>
            <a:xfrm>
              <a:off x="5215680" y="782280"/>
              <a:ext cx="35280" cy="142272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6" name="Google Shape;6036;p38">
              <a:extLst>
                <a:ext uri="{FF2B5EF4-FFF2-40B4-BE49-F238E27FC236}">
                  <a16:creationId xmlns:a16="http://schemas.microsoft.com/office/drawing/2014/main" id="{0AB5B74B-AC53-0BF0-34D9-9BBE9DBC71AC}"/>
                </a:ext>
              </a:extLst>
            </p:cNvPr>
            <p:cNvSpPr/>
            <p:nvPr/>
          </p:nvSpPr>
          <p:spPr>
            <a:xfrm>
              <a:off x="4491360" y="1442880"/>
              <a:ext cx="1422720" cy="3816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9075" rIns="91425" bIns="1907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7" name="Google Shape;6037;p38">
              <a:extLst>
                <a:ext uri="{FF2B5EF4-FFF2-40B4-BE49-F238E27FC236}">
                  <a16:creationId xmlns:a16="http://schemas.microsoft.com/office/drawing/2014/main" id="{F776B6D0-9E98-D69F-46F1-D8090DE73192}"/>
                </a:ext>
              </a:extLst>
            </p:cNvPr>
            <p:cNvSpPr/>
            <p:nvPr/>
          </p:nvSpPr>
          <p:spPr>
            <a:xfrm>
              <a:off x="4825438" y="1239363"/>
              <a:ext cx="764644" cy="70849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8" name="Google Shape;6038;p38">
              <a:extLst>
                <a:ext uri="{FF2B5EF4-FFF2-40B4-BE49-F238E27FC236}">
                  <a16:creationId xmlns:a16="http://schemas.microsoft.com/office/drawing/2014/main" id="{AE4334E0-2C7E-8587-CDBE-44ED13AF015E}"/>
                </a:ext>
              </a:extLst>
            </p:cNvPr>
            <p:cNvSpPr/>
            <p:nvPr/>
          </p:nvSpPr>
          <p:spPr>
            <a:xfrm>
              <a:off x="4853520" y="1065600"/>
              <a:ext cx="708480" cy="76464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39" name="Google Shape;6039;p38">
            <a:extLst>
              <a:ext uri="{FF2B5EF4-FFF2-40B4-BE49-F238E27FC236}">
                <a16:creationId xmlns:a16="http://schemas.microsoft.com/office/drawing/2014/main" id="{5B652AD1-C8B5-64F6-F07B-66B739E5343C}"/>
              </a:ext>
            </a:extLst>
          </p:cNvPr>
          <p:cNvSpPr/>
          <p:nvPr/>
        </p:nvSpPr>
        <p:spPr>
          <a:xfrm flipH="1">
            <a:off x="372240" y="280800"/>
            <a:ext cx="545760" cy="4323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3533073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0">
          <a:extLst>
            <a:ext uri="{FF2B5EF4-FFF2-40B4-BE49-F238E27FC236}">
              <a16:creationId xmlns:a16="http://schemas.microsoft.com/office/drawing/2014/main" id="{1177D084-99D3-7B6B-C672-241C2BB27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38">
            <a:extLst>
              <a:ext uri="{FF2B5EF4-FFF2-40B4-BE49-F238E27FC236}">
                <a16:creationId xmlns:a16="http://schemas.microsoft.com/office/drawing/2014/main" id="{C0AEE42D-26FC-36CE-41F2-21E82DC79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8780" y="910186"/>
            <a:ext cx="4873462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Challenges in raw data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33" name="Google Shape;6033;p38">
            <a:extLst>
              <a:ext uri="{FF2B5EF4-FFF2-40B4-BE49-F238E27FC236}">
                <a16:creationId xmlns:a16="http://schemas.microsoft.com/office/drawing/2014/main" id="{AFD48D47-BF72-F217-F9A1-D5E5876653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1288" y="2009455"/>
            <a:ext cx="7581423" cy="285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Missing values in critical scientific parameters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Highly imbalanced target distribution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Presence of non-terrestrial planets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Different scales across numerical features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Need for domain-specific feature engineering</a:t>
            </a:r>
            <a:endParaRPr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034" name="Google Shape;6034;p38">
            <a:extLst>
              <a:ext uri="{FF2B5EF4-FFF2-40B4-BE49-F238E27FC236}">
                <a16:creationId xmlns:a16="http://schemas.microsoft.com/office/drawing/2014/main" id="{020D155F-A1F3-0254-61FF-AB02757837E0}"/>
              </a:ext>
            </a:extLst>
          </p:cNvPr>
          <p:cNvGrpSpPr/>
          <p:nvPr/>
        </p:nvGrpSpPr>
        <p:grpSpPr>
          <a:xfrm>
            <a:off x="7034300" y="673015"/>
            <a:ext cx="1140830" cy="1190980"/>
            <a:chOff x="4491360" y="782280"/>
            <a:chExt cx="1422720" cy="1422720"/>
          </a:xfrm>
        </p:grpSpPr>
        <p:sp>
          <p:nvSpPr>
            <p:cNvPr id="6035" name="Google Shape;6035;p38">
              <a:extLst>
                <a:ext uri="{FF2B5EF4-FFF2-40B4-BE49-F238E27FC236}">
                  <a16:creationId xmlns:a16="http://schemas.microsoft.com/office/drawing/2014/main" id="{92D49829-FAA8-0CD5-F3DA-BDE4A5B723D3}"/>
                </a:ext>
              </a:extLst>
            </p:cNvPr>
            <p:cNvSpPr/>
            <p:nvPr/>
          </p:nvSpPr>
          <p:spPr>
            <a:xfrm>
              <a:off x="5215680" y="782280"/>
              <a:ext cx="35280" cy="142272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6" name="Google Shape;6036;p38">
              <a:extLst>
                <a:ext uri="{FF2B5EF4-FFF2-40B4-BE49-F238E27FC236}">
                  <a16:creationId xmlns:a16="http://schemas.microsoft.com/office/drawing/2014/main" id="{FD5C8C5F-7B18-3304-D127-AB2F1A793617}"/>
                </a:ext>
              </a:extLst>
            </p:cNvPr>
            <p:cNvSpPr/>
            <p:nvPr/>
          </p:nvSpPr>
          <p:spPr>
            <a:xfrm>
              <a:off x="4491360" y="1442880"/>
              <a:ext cx="1422720" cy="3816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9075" rIns="91425" bIns="1907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7" name="Google Shape;6037;p38">
              <a:extLst>
                <a:ext uri="{FF2B5EF4-FFF2-40B4-BE49-F238E27FC236}">
                  <a16:creationId xmlns:a16="http://schemas.microsoft.com/office/drawing/2014/main" id="{FC5AB2DE-5EAC-65A8-74C1-5BCBB39823B5}"/>
                </a:ext>
              </a:extLst>
            </p:cNvPr>
            <p:cNvSpPr/>
            <p:nvPr/>
          </p:nvSpPr>
          <p:spPr>
            <a:xfrm>
              <a:off x="4825438" y="1239363"/>
              <a:ext cx="764644" cy="70849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8" name="Google Shape;6038;p38">
              <a:extLst>
                <a:ext uri="{FF2B5EF4-FFF2-40B4-BE49-F238E27FC236}">
                  <a16:creationId xmlns:a16="http://schemas.microsoft.com/office/drawing/2014/main" id="{AD842EF2-CD17-5768-A82D-C236F56E7893}"/>
                </a:ext>
              </a:extLst>
            </p:cNvPr>
            <p:cNvSpPr/>
            <p:nvPr/>
          </p:nvSpPr>
          <p:spPr>
            <a:xfrm>
              <a:off x="4853520" y="1065600"/>
              <a:ext cx="708480" cy="76464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39" name="Google Shape;6039;p38">
            <a:extLst>
              <a:ext uri="{FF2B5EF4-FFF2-40B4-BE49-F238E27FC236}">
                <a16:creationId xmlns:a16="http://schemas.microsoft.com/office/drawing/2014/main" id="{FD75841E-99A1-3C9E-FF15-ED84D9FCE6F0}"/>
              </a:ext>
            </a:extLst>
          </p:cNvPr>
          <p:cNvSpPr/>
          <p:nvPr/>
        </p:nvSpPr>
        <p:spPr>
          <a:xfrm flipH="1">
            <a:off x="372240" y="280800"/>
            <a:ext cx="545760" cy="4323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366785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0">
          <a:extLst>
            <a:ext uri="{FF2B5EF4-FFF2-40B4-BE49-F238E27FC236}">
              <a16:creationId xmlns:a16="http://schemas.microsoft.com/office/drawing/2014/main" id="{14CD6C59-0C73-51D0-92A8-FC8D7647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38">
            <a:extLst>
              <a:ext uri="{FF2B5EF4-FFF2-40B4-BE49-F238E27FC236}">
                <a16:creationId xmlns:a16="http://schemas.microsoft.com/office/drawing/2014/main" id="{BAFBAE94-09D3-E0A6-DD6E-678843B87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58780" y="910186"/>
            <a:ext cx="4873462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Feature Engineering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33" name="Google Shape;6033;p38">
            <a:extLst>
              <a:ext uri="{FF2B5EF4-FFF2-40B4-BE49-F238E27FC236}">
                <a16:creationId xmlns:a16="http://schemas.microsoft.com/office/drawing/2014/main" id="{64396994-0143-D961-5A11-42D216167B2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48744" y="2009455"/>
            <a:ext cx="7581423" cy="285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Created derived scientific features: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Planet Density &amp; Star 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L</a:t>
            </a: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uminosity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Habitability Score Index (HSI)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Stellar Compatibility Index (SCI)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One-hot encoded star types (F, G, K, M)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Selected features based on correlation analysis</a:t>
            </a:r>
            <a:endParaRPr sz="16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034" name="Google Shape;6034;p38">
            <a:extLst>
              <a:ext uri="{FF2B5EF4-FFF2-40B4-BE49-F238E27FC236}">
                <a16:creationId xmlns:a16="http://schemas.microsoft.com/office/drawing/2014/main" id="{E60AE054-24CB-D13D-7FCE-7B7AA0865D2B}"/>
              </a:ext>
            </a:extLst>
          </p:cNvPr>
          <p:cNvGrpSpPr/>
          <p:nvPr/>
        </p:nvGrpSpPr>
        <p:grpSpPr>
          <a:xfrm>
            <a:off x="7034300" y="673015"/>
            <a:ext cx="1140830" cy="1190980"/>
            <a:chOff x="4491360" y="782280"/>
            <a:chExt cx="1422720" cy="1422720"/>
          </a:xfrm>
        </p:grpSpPr>
        <p:sp>
          <p:nvSpPr>
            <p:cNvPr id="6035" name="Google Shape;6035;p38">
              <a:extLst>
                <a:ext uri="{FF2B5EF4-FFF2-40B4-BE49-F238E27FC236}">
                  <a16:creationId xmlns:a16="http://schemas.microsoft.com/office/drawing/2014/main" id="{8208D08C-A7C7-85FF-9BF4-B952587C79A8}"/>
                </a:ext>
              </a:extLst>
            </p:cNvPr>
            <p:cNvSpPr/>
            <p:nvPr/>
          </p:nvSpPr>
          <p:spPr>
            <a:xfrm>
              <a:off x="5215680" y="782280"/>
              <a:ext cx="35280" cy="142272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6" name="Google Shape;6036;p38">
              <a:extLst>
                <a:ext uri="{FF2B5EF4-FFF2-40B4-BE49-F238E27FC236}">
                  <a16:creationId xmlns:a16="http://schemas.microsoft.com/office/drawing/2014/main" id="{C25A6178-B894-6F7B-89E4-E51DE63FD004}"/>
                </a:ext>
              </a:extLst>
            </p:cNvPr>
            <p:cNvSpPr/>
            <p:nvPr/>
          </p:nvSpPr>
          <p:spPr>
            <a:xfrm>
              <a:off x="4491360" y="1442880"/>
              <a:ext cx="1422720" cy="3816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9075" rIns="91425" bIns="1907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7" name="Google Shape;6037;p38">
              <a:extLst>
                <a:ext uri="{FF2B5EF4-FFF2-40B4-BE49-F238E27FC236}">
                  <a16:creationId xmlns:a16="http://schemas.microsoft.com/office/drawing/2014/main" id="{8E2CC894-8677-9D4D-49D4-7520641AD429}"/>
                </a:ext>
              </a:extLst>
            </p:cNvPr>
            <p:cNvSpPr/>
            <p:nvPr/>
          </p:nvSpPr>
          <p:spPr>
            <a:xfrm>
              <a:off x="4825438" y="1239363"/>
              <a:ext cx="764644" cy="70849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8" name="Google Shape;6038;p38">
              <a:extLst>
                <a:ext uri="{FF2B5EF4-FFF2-40B4-BE49-F238E27FC236}">
                  <a16:creationId xmlns:a16="http://schemas.microsoft.com/office/drawing/2014/main" id="{BDC9FEFD-6F12-AA61-344F-468A33A5FB0F}"/>
                </a:ext>
              </a:extLst>
            </p:cNvPr>
            <p:cNvSpPr/>
            <p:nvPr/>
          </p:nvSpPr>
          <p:spPr>
            <a:xfrm>
              <a:off x="4853520" y="1065600"/>
              <a:ext cx="708480" cy="76464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39" name="Google Shape;6039;p38">
            <a:extLst>
              <a:ext uri="{FF2B5EF4-FFF2-40B4-BE49-F238E27FC236}">
                <a16:creationId xmlns:a16="http://schemas.microsoft.com/office/drawing/2014/main" id="{76B076F7-3EE3-393F-1B7B-EF4010436A5D}"/>
              </a:ext>
            </a:extLst>
          </p:cNvPr>
          <p:cNvSpPr/>
          <p:nvPr/>
        </p:nvSpPr>
        <p:spPr>
          <a:xfrm flipH="1">
            <a:off x="372240" y="280800"/>
            <a:ext cx="545760" cy="4323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1379081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0">
          <a:extLst>
            <a:ext uri="{FF2B5EF4-FFF2-40B4-BE49-F238E27FC236}">
              <a16:creationId xmlns:a16="http://schemas.microsoft.com/office/drawing/2014/main" id="{8A115567-9581-4962-7C56-3750BA55E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2" name="Google Shape;6032;p38">
            <a:extLst>
              <a:ext uri="{FF2B5EF4-FFF2-40B4-BE49-F238E27FC236}">
                <a16:creationId xmlns:a16="http://schemas.microsoft.com/office/drawing/2014/main" id="{2218A45E-5601-C963-19EC-5D7424AC7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3358" y="837432"/>
            <a:ext cx="6056548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</a:pPr>
            <a:r>
              <a:rPr lang="en-IN" sz="32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Exploratory Data Analysis (EDA)</a:t>
            </a:r>
            <a:endParaRPr sz="3200" b="1" u="none" strike="noStrik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33" name="Google Shape;6033;p38">
            <a:extLst>
              <a:ext uri="{FF2B5EF4-FFF2-40B4-BE49-F238E27FC236}">
                <a16:creationId xmlns:a16="http://schemas.microsoft.com/office/drawing/2014/main" id="{7FF6057A-604C-0A28-2783-E97A9C8A9E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50920" y="1871490"/>
            <a:ext cx="4183061" cy="285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Visualized feature distributions and outliers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Correlation heatmap analysis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Observed strong influence of: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Equilibrium temperature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Insolation flux</a:t>
            </a:r>
          </a:p>
          <a:p>
            <a:pPr marL="4064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Identified severe class imbalance</a:t>
            </a:r>
            <a:endParaRPr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034" name="Google Shape;6034;p38">
            <a:extLst>
              <a:ext uri="{FF2B5EF4-FFF2-40B4-BE49-F238E27FC236}">
                <a16:creationId xmlns:a16="http://schemas.microsoft.com/office/drawing/2014/main" id="{16002254-6BEE-1CE6-FED8-73F3787B54B5}"/>
              </a:ext>
            </a:extLst>
          </p:cNvPr>
          <p:cNvGrpSpPr/>
          <p:nvPr/>
        </p:nvGrpSpPr>
        <p:grpSpPr>
          <a:xfrm>
            <a:off x="7469906" y="730211"/>
            <a:ext cx="892805" cy="744664"/>
            <a:chOff x="4491360" y="782280"/>
            <a:chExt cx="1422720" cy="1422720"/>
          </a:xfrm>
        </p:grpSpPr>
        <p:sp>
          <p:nvSpPr>
            <p:cNvPr id="6035" name="Google Shape;6035;p38">
              <a:extLst>
                <a:ext uri="{FF2B5EF4-FFF2-40B4-BE49-F238E27FC236}">
                  <a16:creationId xmlns:a16="http://schemas.microsoft.com/office/drawing/2014/main" id="{425E6657-0A36-14F8-6724-6B3466235CE4}"/>
                </a:ext>
              </a:extLst>
            </p:cNvPr>
            <p:cNvSpPr/>
            <p:nvPr/>
          </p:nvSpPr>
          <p:spPr>
            <a:xfrm>
              <a:off x="5215680" y="782280"/>
              <a:ext cx="35280" cy="142272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6" name="Google Shape;6036;p38">
              <a:extLst>
                <a:ext uri="{FF2B5EF4-FFF2-40B4-BE49-F238E27FC236}">
                  <a16:creationId xmlns:a16="http://schemas.microsoft.com/office/drawing/2014/main" id="{208D094C-C3E7-EFAD-2EF6-78211E9986A0}"/>
                </a:ext>
              </a:extLst>
            </p:cNvPr>
            <p:cNvSpPr/>
            <p:nvPr/>
          </p:nvSpPr>
          <p:spPr>
            <a:xfrm>
              <a:off x="4491360" y="1442880"/>
              <a:ext cx="1422720" cy="3816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9075" rIns="91425" bIns="1907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7" name="Google Shape;6037;p38">
              <a:extLst>
                <a:ext uri="{FF2B5EF4-FFF2-40B4-BE49-F238E27FC236}">
                  <a16:creationId xmlns:a16="http://schemas.microsoft.com/office/drawing/2014/main" id="{A0DF053E-8ED0-2CB9-8481-A69FCED3E3C0}"/>
                </a:ext>
              </a:extLst>
            </p:cNvPr>
            <p:cNvSpPr/>
            <p:nvPr/>
          </p:nvSpPr>
          <p:spPr>
            <a:xfrm>
              <a:off x="4825438" y="1239363"/>
              <a:ext cx="764644" cy="70849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38" name="Google Shape;6038;p38">
              <a:extLst>
                <a:ext uri="{FF2B5EF4-FFF2-40B4-BE49-F238E27FC236}">
                  <a16:creationId xmlns:a16="http://schemas.microsoft.com/office/drawing/2014/main" id="{B80A158B-5E55-3979-D7D4-BA05C3423C20}"/>
                </a:ext>
              </a:extLst>
            </p:cNvPr>
            <p:cNvSpPr/>
            <p:nvPr/>
          </p:nvSpPr>
          <p:spPr>
            <a:xfrm>
              <a:off x="4853520" y="1065600"/>
              <a:ext cx="708480" cy="76464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39" name="Google Shape;6039;p38">
            <a:extLst>
              <a:ext uri="{FF2B5EF4-FFF2-40B4-BE49-F238E27FC236}">
                <a16:creationId xmlns:a16="http://schemas.microsoft.com/office/drawing/2014/main" id="{8A69E417-9673-B0D2-15B1-D77ACF16DD29}"/>
              </a:ext>
            </a:extLst>
          </p:cNvPr>
          <p:cNvSpPr/>
          <p:nvPr/>
        </p:nvSpPr>
        <p:spPr>
          <a:xfrm flipH="1">
            <a:off x="372240" y="280800"/>
            <a:ext cx="545760" cy="4323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1DCDD-E99B-D08F-4F60-746B258A3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981" y="1871490"/>
            <a:ext cx="4220078" cy="312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" name="Google Shape;6044;p39"/>
          <p:cNvSpPr txBox="1">
            <a:spLocks noGrp="1"/>
          </p:cNvSpPr>
          <p:nvPr>
            <p:ph type="title"/>
          </p:nvPr>
        </p:nvSpPr>
        <p:spPr>
          <a:xfrm>
            <a:off x="2211307" y="914730"/>
            <a:ext cx="4721385" cy="53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Visualization Techniques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45" name="Google Shape;6045;p39"/>
          <p:cNvSpPr txBox="1">
            <a:spLocks noGrp="1"/>
          </p:cNvSpPr>
          <p:nvPr>
            <p:ph idx="1"/>
          </p:nvPr>
        </p:nvSpPr>
        <p:spPr>
          <a:xfrm>
            <a:off x="795663" y="2098105"/>
            <a:ext cx="3908691" cy="19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Histograms for key planetary features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Box plots for outlier analysis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Correlation heatmaps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PCA and t-SNE for data visualization</a:t>
            </a:r>
          </a:p>
        </p:txBody>
      </p:sp>
      <p:grpSp>
        <p:nvGrpSpPr>
          <p:cNvPr id="6046" name="Google Shape;6046;p39"/>
          <p:cNvGrpSpPr/>
          <p:nvPr/>
        </p:nvGrpSpPr>
        <p:grpSpPr>
          <a:xfrm>
            <a:off x="570600" y="329700"/>
            <a:ext cx="842400" cy="842040"/>
            <a:chOff x="3989520" y="771480"/>
            <a:chExt cx="842400" cy="842040"/>
          </a:xfrm>
        </p:grpSpPr>
        <p:sp>
          <p:nvSpPr>
            <p:cNvPr id="6047" name="Google Shape;6047;p39"/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8" name="Google Shape;6048;p39"/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9" name="Google Shape;6049;p39"/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0" name="Google Shape;6050;p39"/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61" name="Google Shape;6061;p39"/>
          <p:cNvSpPr/>
          <p:nvPr/>
        </p:nvSpPr>
        <p:spPr>
          <a:xfrm>
            <a:off x="7541820" y="891113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4A51C0-511F-76A4-21CE-0B6A5C67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354" y="1933212"/>
            <a:ext cx="4198762" cy="280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3">
          <a:extLst>
            <a:ext uri="{FF2B5EF4-FFF2-40B4-BE49-F238E27FC236}">
              <a16:creationId xmlns:a16="http://schemas.microsoft.com/office/drawing/2014/main" id="{789B48F1-CEE4-E384-F6D1-B3E94AFB5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" name="Google Shape;6044;p39">
            <a:extLst>
              <a:ext uri="{FF2B5EF4-FFF2-40B4-BE49-F238E27FC236}">
                <a16:creationId xmlns:a16="http://schemas.microsoft.com/office/drawing/2014/main" id="{576BC6A1-A0B6-FFDA-D72B-00FBE7D56C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2185" y="524412"/>
            <a:ext cx="5991123" cy="850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Baseline Models &amp;  Comparison</a:t>
            </a:r>
            <a:endParaRPr sz="3200" b="1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45" name="Google Shape;6045;p39">
            <a:extLst>
              <a:ext uri="{FF2B5EF4-FFF2-40B4-BE49-F238E27FC236}">
                <a16:creationId xmlns:a16="http://schemas.microsoft.com/office/drawing/2014/main" id="{B35987F9-2FB2-D23F-3AD7-ED54A062F8F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5160" y="1870200"/>
            <a:ext cx="2700655" cy="312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Logistic Regression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Random Forest 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Linear SVM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Evaluation metrics: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MCC</a:t>
            </a:r>
            <a:endParaRPr lang="en-US"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ü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F1-score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ü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ROC-AUC</a:t>
            </a:r>
          </a:p>
        </p:txBody>
      </p:sp>
      <p:grpSp>
        <p:nvGrpSpPr>
          <p:cNvPr id="6046" name="Google Shape;6046;p39">
            <a:extLst>
              <a:ext uri="{FF2B5EF4-FFF2-40B4-BE49-F238E27FC236}">
                <a16:creationId xmlns:a16="http://schemas.microsoft.com/office/drawing/2014/main" id="{618BD517-D5F0-2A30-BDC4-1A7CEC06A38C}"/>
              </a:ext>
            </a:extLst>
          </p:cNvPr>
          <p:cNvGrpSpPr/>
          <p:nvPr/>
        </p:nvGrpSpPr>
        <p:grpSpPr>
          <a:xfrm>
            <a:off x="570600" y="329700"/>
            <a:ext cx="842400" cy="842040"/>
            <a:chOff x="3989520" y="771480"/>
            <a:chExt cx="842400" cy="842040"/>
          </a:xfrm>
        </p:grpSpPr>
        <p:sp>
          <p:nvSpPr>
            <p:cNvPr id="6047" name="Google Shape;6047;p39">
              <a:extLst>
                <a:ext uri="{FF2B5EF4-FFF2-40B4-BE49-F238E27FC236}">
                  <a16:creationId xmlns:a16="http://schemas.microsoft.com/office/drawing/2014/main" id="{47F6459E-CC9B-EE90-257F-6699E1A2D560}"/>
                </a:ext>
              </a:extLst>
            </p:cNvPr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8" name="Google Shape;6048;p39">
              <a:extLst>
                <a:ext uri="{FF2B5EF4-FFF2-40B4-BE49-F238E27FC236}">
                  <a16:creationId xmlns:a16="http://schemas.microsoft.com/office/drawing/2014/main" id="{0DB123CD-8743-9997-40C5-7C6EE96E1005}"/>
                </a:ext>
              </a:extLst>
            </p:cNvPr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9" name="Google Shape;6049;p39">
              <a:extLst>
                <a:ext uri="{FF2B5EF4-FFF2-40B4-BE49-F238E27FC236}">
                  <a16:creationId xmlns:a16="http://schemas.microsoft.com/office/drawing/2014/main" id="{6F16983F-A7DA-5209-6CF5-3D86463E9403}"/>
                </a:ext>
              </a:extLst>
            </p:cNvPr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0" name="Google Shape;6050;p39">
              <a:extLst>
                <a:ext uri="{FF2B5EF4-FFF2-40B4-BE49-F238E27FC236}">
                  <a16:creationId xmlns:a16="http://schemas.microsoft.com/office/drawing/2014/main" id="{1A5F80B9-F5F7-DE18-6ADA-F5FE5BB13E10}"/>
                </a:ext>
              </a:extLst>
            </p:cNvPr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grpSp>
        <p:nvGrpSpPr>
          <p:cNvPr id="6051" name="Google Shape;6051;p39">
            <a:extLst>
              <a:ext uri="{FF2B5EF4-FFF2-40B4-BE49-F238E27FC236}">
                <a16:creationId xmlns:a16="http://schemas.microsoft.com/office/drawing/2014/main" id="{61DF2034-BF72-5429-F6A0-5C28D07DBD44}"/>
              </a:ext>
            </a:extLst>
          </p:cNvPr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052" name="Google Shape;6052;p39">
              <a:extLst>
                <a:ext uri="{FF2B5EF4-FFF2-40B4-BE49-F238E27FC236}">
                  <a16:creationId xmlns:a16="http://schemas.microsoft.com/office/drawing/2014/main" id="{46ECBF90-FEEB-A2B1-334E-C4CFAE339FB7}"/>
                </a:ext>
              </a:extLst>
            </p:cNvPr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3" name="Google Shape;6053;p39">
              <a:extLst>
                <a:ext uri="{FF2B5EF4-FFF2-40B4-BE49-F238E27FC236}">
                  <a16:creationId xmlns:a16="http://schemas.microsoft.com/office/drawing/2014/main" id="{B602E8FF-114C-5968-8964-598582F87F89}"/>
                </a:ext>
              </a:extLst>
            </p:cNvPr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4" name="Google Shape;6054;p39">
              <a:extLst>
                <a:ext uri="{FF2B5EF4-FFF2-40B4-BE49-F238E27FC236}">
                  <a16:creationId xmlns:a16="http://schemas.microsoft.com/office/drawing/2014/main" id="{F0826F5D-4010-7446-B4C2-E767B34BAED1}"/>
                </a:ext>
              </a:extLst>
            </p:cNvPr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5" name="Google Shape;6055;p39">
              <a:extLst>
                <a:ext uri="{FF2B5EF4-FFF2-40B4-BE49-F238E27FC236}">
                  <a16:creationId xmlns:a16="http://schemas.microsoft.com/office/drawing/2014/main" id="{0F35CD29-F40F-5F6B-EC97-1E6568C08599}"/>
                </a:ext>
              </a:extLst>
            </p:cNvPr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61" name="Google Shape;6061;p39">
            <a:extLst>
              <a:ext uri="{FF2B5EF4-FFF2-40B4-BE49-F238E27FC236}">
                <a16:creationId xmlns:a16="http://schemas.microsoft.com/office/drawing/2014/main" id="{4E439B3C-E78E-9DE3-3D2A-A06B8D540AF0}"/>
              </a:ext>
            </a:extLst>
          </p:cNvPr>
          <p:cNvSpPr/>
          <p:nvPr/>
        </p:nvSpPr>
        <p:spPr>
          <a:xfrm>
            <a:off x="7541820" y="891113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D13798-55CD-AE87-9E1D-22AC45459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400" y="3517706"/>
            <a:ext cx="5365665" cy="148096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23127B-CE5F-A332-75B9-4EF697EDF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845687"/>
              </p:ext>
            </p:extLst>
          </p:nvPr>
        </p:nvGraphicFramePr>
        <p:xfrm>
          <a:off x="3678400" y="1929858"/>
          <a:ext cx="5365668" cy="14833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341417">
                  <a:extLst>
                    <a:ext uri="{9D8B030D-6E8A-4147-A177-3AD203B41FA5}">
                      <a16:colId xmlns:a16="http://schemas.microsoft.com/office/drawing/2014/main" val="2028602557"/>
                    </a:ext>
                  </a:extLst>
                </a:gridCol>
                <a:gridCol w="1341417">
                  <a:extLst>
                    <a:ext uri="{9D8B030D-6E8A-4147-A177-3AD203B41FA5}">
                      <a16:colId xmlns:a16="http://schemas.microsoft.com/office/drawing/2014/main" val="3150953945"/>
                    </a:ext>
                  </a:extLst>
                </a:gridCol>
                <a:gridCol w="1341417">
                  <a:extLst>
                    <a:ext uri="{9D8B030D-6E8A-4147-A177-3AD203B41FA5}">
                      <a16:colId xmlns:a16="http://schemas.microsoft.com/office/drawing/2014/main" val="1059841644"/>
                    </a:ext>
                  </a:extLst>
                </a:gridCol>
                <a:gridCol w="1341417">
                  <a:extLst>
                    <a:ext uri="{9D8B030D-6E8A-4147-A177-3AD203B41FA5}">
                      <a16:colId xmlns:a16="http://schemas.microsoft.com/office/drawing/2014/main" val="22961814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452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0.823529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0.998358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0.822108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533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0.666667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0.985222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0.653108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2235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0.923077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0.920545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3074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77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3">
          <a:extLst>
            <a:ext uri="{FF2B5EF4-FFF2-40B4-BE49-F238E27FC236}">
              <a16:creationId xmlns:a16="http://schemas.microsoft.com/office/drawing/2014/main" id="{E71A7803-D9A4-808F-10C6-64D3CEBB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" name="Google Shape;6044;p39">
            <a:extLst>
              <a:ext uri="{FF2B5EF4-FFF2-40B4-BE49-F238E27FC236}">
                <a16:creationId xmlns:a16="http://schemas.microsoft.com/office/drawing/2014/main" id="{BA5A01AF-6B2B-B314-B034-02411E0C96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2707" y="808673"/>
            <a:ext cx="5898585" cy="56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	</a:t>
            </a:r>
            <a:r>
              <a:rPr lang="en-IN" sz="31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Imbalance Handling  Techniques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45" name="Google Shape;6045;p39">
            <a:extLst>
              <a:ext uri="{FF2B5EF4-FFF2-40B4-BE49-F238E27FC236}">
                <a16:creationId xmlns:a16="http://schemas.microsoft.com/office/drawing/2014/main" id="{295CD314-494D-21DB-F36B-804E68692FE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70600" y="1845000"/>
            <a:ext cx="3169587" cy="2859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SMOTE (Synthetic Minority Oversampling)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Borderline-SMOTE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SMOTE + Tomek Links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ADASYN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XGBoost</a:t>
            </a:r>
            <a:endParaRPr lang="en-US"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Goal: Improve recall for habitable 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     planets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046" name="Google Shape;6046;p39">
            <a:extLst>
              <a:ext uri="{FF2B5EF4-FFF2-40B4-BE49-F238E27FC236}">
                <a16:creationId xmlns:a16="http://schemas.microsoft.com/office/drawing/2014/main" id="{39D53DAF-59EA-E128-3113-570BF21658FB}"/>
              </a:ext>
            </a:extLst>
          </p:cNvPr>
          <p:cNvGrpSpPr/>
          <p:nvPr/>
        </p:nvGrpSpPr>
        <p:grpSpPr>
          <a:xfrm>
            <a:off x="570600" y="329700"/>
            <a:ext cx="842400" cy="842040"/>
            <a:chOff x="3989520" y="771480"/>
            <a:chExt cx="842400" cy="842040"/>
          </a:xfrm>
        </p:grpSpPr>
        <p:sp>
          <p:nvSpPr>
            <p:cNvPr id="6047" name="Google Shape;6047;p39">
              <a:extLst>
                <a:ext uri="{FF2B5EF4-FFF2-40B4-BE49-F238E27FC236}">
                  <a16:creationId xmlns:a16="http://schemas.microsoft.com/office/drawing/2014/main" id="{EDAA8398-B313-FED2-38EE-9255DBBA6975}"/>
                </a:ext>
              </a:extLst>
            </p:cNvPr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8" name="Google Shape;6048;p39">
              <a:extLst>
                <a:ext uri="{FF2B5EF4-FFF2-40B4-BE49-F238E27FC236}">
                  <a16:creationId xmlns:a16="http://schemas.microsoft.com/office/drawing/2014/main" id="{F30D0E2C-F2BD-2913-EE01-386B020FDC73}"/>
                </a:ext>
              </a:extLst>
            </p:cNvPr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9" name="Google Shape;6049;p39">
              <a:extLst>
                <a:ext uri="{FF2B5EF4-FFF2-40B4-BE49-F238E27FC236}">
                  <a16:creationId xmlns:a16="http://schemas.microsoft.com/office/drawing/2014/main" id="{94ACAE1E-E876-799B-B66F-69BBE13D077B}"/>
                </a:ext>
              </a:extLst>
            </p:cNvPr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0" name="Google Shape;6050;p39">
              <a:extLst>
                <a:ext uri="{FF2B5EF4-FFF2-40B4-BE49-F238E27FC236}">
                  <a16:creationId xmlns:a16="http://schemas.microsoft.com/office/drawing/2014/main" id="{0D2B1585-9ED2-B2D6-C142-2087003B89FA}"/>
                </a:ext>
              </a:extLst>
            </p:cNvPr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grpSp>
        <p:nvGrpSpPr>
          <p:cNvPr id="6051" name="Google Shape;6051;p39">
            <a:extLst>
              <a:ext uri="{FF2B5EF4-FFF2-40B4-BE49-F238E27FC236}">
                <a16:creationId xmlns:a16="http://schemas.microsoft.com/office/drawing/2014/main" id="{E20C79C8-0AEF-B349-A09A-5F71EF079A50}"/>
              </a:ext>
            </a:extLst>
          </p:cNvPr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052" name="Google Shape;6052;p39">
              <a:extLst>
                <a:ext uri="{FF2B5EF4-FFF2-40B4-BE49-F238E27FC236}">
                  <a16:creationId xmlns:a16="http://schemas.microsoft.com/office/drawing/2014/main" id="{C9595C52-1ADF-050E-350B-A74B21B5038F}"/>
                </a:ext>
              </a:extLst>
            </p:cNvPr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3" name="Google Shape;6053;p39">
              <a:extLst>
                <a:ext uri="{FF2B5EF4-FFF2-40B4-BE49-F238E27FC236}">
                  <a16:creationId xmlns:a16="http://schemas.microsoft.com/office/drawing/2014/main" id="{CBA0A07D-631F-16C5-EBB8-C5D0F04D065D}"/>
                </a:ext>
              </a:extLst>
            </p:cNvPr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4" name="Google Shape;6054;p39">
              <a:extLst>
                <a:ext uri="{FF2B5EF4-FFF2-40B4-BE49-F238E27FC236}">
                  <a16:creationId xmlns:a16="http://schemas.microsoft.com/office/drawing/2014/main" id="{324104FC-D73E-7E9B-BE86-034D9D520415}"/>
                </a:ext>
              </a:extLst>
            </p:cNvPr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5" name="Google Shape;6055;p39">
              <a:extLst>
                <a:ext uri="{FF2B5EF4-FFF2-40B4-BE49-F238E27FC236}">
                  <a16:creationId xmlns:a16="http://schemas.microsoft.com/office/drawing/2014/main" id="{ABBDCC4D-1DD5-1ABA-DC92-B7C2CFD421EE}"/>
                </a:ext>
              </a:extLst>
            </p:cNvPr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61" name="Google Shape;6061;p39">
            <a:extLst>
              <a:ext uri="{FF2B5EF4-FFF2-40B4-BE49-F238E27FC236}">
                <a16:creationId xmlns:a16="http://schemas.microsoft.com/office/drawing/2014/main" id="{309F36F1-370D-F247-B7FC-39BECCD3EC75}"/>
              </a:ext>
            </a:extLst>
          </p:cNvPr>
          <p:cNvSpPr/>
          <p:nvPr/>
        </p:nvSpPr>
        <p:spPr>
          <a:xfrm>
            <a:off x="7541820" y="891113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BFC78-2575-ACAC-DFDB-0FD82A97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501" y="1993976"/>
            <a:ext cx="5186597" cy="2258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3EBEC8-AE1A-EF13-DAE2-F08F63E1D956}"/>
              </a:ext>
            </a:extLst>
          </p:cNvPr>
          <p:cNvSpPr txBox="1"/>
          <p:nvPr/>
        </p:nvSpPr>
        <p:spPr>
          <a:xfrm>
            <a:off x="5628379" y="4334827"/>
            <a:ext cx="20633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Graph: Class Imbalance Analysis</a:t>
            </a:r>
          </a:p>
        </p:txBody>
      </p:sp>
    </p:spTree>
    <p:extLst>
      <p:ext uri="{BB962C8B-B14F-4D97-AF65-F5344CB8AC3E}">
        <p14:creationId xmlns:p14="http://schemas.microsoft.com/office/powerpoint/2010/main" val="2695680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3">
          <a:extLst>
            <a:ext uri="{FF2B5EF4-FFF2-40B4-BE49-F238E27FC236}">
              <a16:creationId xmlns:a16="http://schemas.microsoft.com/office/drawing/2014/main" id="{406F7BAA-BB40-50B6-1855-6E0DA38D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" name="Google Shape;6044;p39">
            <a:extLst>
              <a:ext uri="{FF2B5EF4-FFF2-40B4-BE49-F238E27FC236}">
                <a16:creationId xmlns:a16="http://schemas.microsoft.com/office/drawing/2014/main" id="{0620B6E6-881E-735A-0C73-B454F89811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0407" y="850177"/>
            <a:ext cx="4363185" cy="56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	</a:t>
            </a:r>
            <a:r>
              <a:rPr lang="en-IN" sz="31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Pipeline-Based </a:t>
            </a:r>
            <a:r>
              <a:rPr lang="en-IN" sz="3100" b="1" u="none" strike="noStrike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Modeling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45" name="Google Shape;6045;p39">
            <a:extLst>
              <a:ext uri="{FF2B5EF4-FFF2-40B4-BE49-F238E27FC236}">
                <a16:creationId xmlns:a16="http://schemas.microsoft.com/office/drawing/2014/main" id="{0044F31F-9D88-3EB4-E075-D1C3601E771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5160" y="1946332"/>
            <a:ext cx="4498908" cy="27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Built end-to-end ML pipeline: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Scaling 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SMOTE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Random Forest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Prevented data leakage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Ensured consistent preprocessing during inference</a:t>
            </a:r>
          </a:p>
        </p:txBody>
      </p:sp>
      <p:grpSp>
        <p:nvGrpSpPr>
          <p:cNvPr id="6046" name="Google Shape;6046;p39">
            <a:extLst>
              <a:ext uri="{FF2B5EF4-FFF2-40B4-BE49-F238E27FC236}">
                <a16:creationId xmlns:a16="http://schemas.microsoft.com/office/drawing/2014/main" id="{3548C10D-AC9F-7516-C264-6903792139A0}"/>
              </a:ext>
            </a:extLst>
          </p:cNvPr>
          <p:cNvGrpSpPr/>
          <p:nvPr/>
        </p:nvGrpSpPr>
        <p:grpSpPr>
          <a:xfrm>
            <a:off x="570600" y="329700"/>
            <a:ext cx="842400" cy="842040"/>
            <a:chOff x="3989520" y="771480"/>
            <a:chExt cx="842400" cy="842040"/>
          </a:xfrm>
        </p:grpSpPr>
        <p:sp>
          <p:nvSpPr>
            <p:cNvPr id="6047" name="Google Shape;6047;p39">
              <a:extLst>
                <a:ext uri="{FF2B5EF4-FFF2-40B4-BE49-F238E27FC236}">
                  <a16:creationId xmlns:a16="http://schemas.microsoft.com/office/drawing/2014/main" id="{F2A5E532-F711-932B-C6CA-9ACEAE869A23}"/>
                </a:ext>
              </a:extLst>
            </p:cNvPr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8" name="Google Shape;6048;p39">
              <a:extLst>
                <a:ext uri="{FF2B5EF4-FFF2-40B4-BE49-F238E27FC236}">
                  <a16:creationId xmlns:a16="http://schemas.microsoft.com/office/drawing/2014/main" id="{0EF349BA-DFB8-426A-E678-9D0988082E4E}"/>
                </a:ext>
              </a:extLst>
            </p:cNvPr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9" name="Google Shape;6049;p39">
              <a:extLst>
                <a:ext uri="{FF2B5EF4-FFF2-40B4-BE49-F238E27FC236}">
                  <a16:creationId xmlns:a16="http://schemas.microsoft.com/office/drawing/2014/main" id="{4F9CACF4-C43C-C09C-9A54-F106BFBED90D}"/>
                </a:ext>
              </a:extLst>
            </p:cNvPr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0" name="Google Shape;6050;p39">
              <a:extLst>
                <a:ext uri="{FF2B5EF4-FFF2-40B4-BE49-F238E27FC236}">
                  <a16:creationId xmlns:a16="http://schemas.microsoft.com/office/drawing/2014/main" id="{F1AB6DDE-CCBA-7F8D-F972-340AFBD1F084}"/>
                </a:ext>
              </a:extLst>
            </p:cNvPr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grpSp>
        <p:nvGrpSpPr>
          <p:cNvPr id="6051" name="Google Shape;6051;p39">
            <a:extLst>
              <a:ext uri="{FF2B5EF4-FFF2-40B4-BE49-F238E27FC236}">
                <a16:creationId xmlns:a16="http://schemas.microsoft.com/office/drawing/2014/main" id="{82B6D8D2-364A-EE59-0D6C-5F10EF437F25}"/>
              </a:ext>
            </a:extLst>
          </p:cNvPr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052" name="Google Shape;6052;p39">
              <a:extLst>
                <a:ext uri="{FF2B5EF4-FFF2-40B4-BE49-F238E27FC236}">
                  <a16:creationId xmlns:a16="http://schemas.microsoft.com/office/drawing/2014/main" id="{B4F057C4-E96E-67A5-9D22-EC31136464F3}"/>
                </a:ext>
              </a:extLst>
            </p:cNvPr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3" name="Google Shape;6053;p39">
              <a:extLst>
                <a:ext uri="{FF2B5EF4-FFF2-40B4-BE49-F238E27FC236}">
                  <a16:creationId xmlns:a16="http://schemas.microsoft.com/office/drawing/2014/main" id="{159C1FA8-6438-524D-C434-F9033521512D}"/>
                </a:ext>
              </a:extLst>
            </p:cNvPr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4" name="Google Shape;6054;p39">
              <a:extLst>
                <a:ext uri="{FF2B5EF4-FFF2-40B4-BE49-F238E27FC236}">
                  <a16:creationId xmlns:a16="http://schemas.microsoft.com/office/drawing/2014/main" id="{97B726F8-0800-ED6B-3A78-CD61F3442C1B}"/>
                </a:ext>
              </a:extLst>
            </p:cNvPr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5" name="Google Shape;6055;p39">
              <a:extLst>
                <a:ext uri="{FF2B5EF4-FFF2-40B4-BE49-F238E27FC236}">
                  <a16:creationId xmlns:a16="http://schemas.microsoft.com/office/drawing/2014/main" id="{53BD2880-49BF-5DDB-E24C-7053D8004B19}"/>
                </a:ext>
              </a:extLst>
            </p:cNvPr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61" name="Google Shape;6061;p39">
            <a:extLst>
              <a:ext uri="{FF2B5EF4-FFF2-40B4-BE49-F238E27FC236}">
                <a16:creationId xmlns:a16="http://schemas.microsoft.com/office/drawing/2014/main" id="{3392CA3B-E734-F876-2DE9-AB321E810557}"/>
              </a:ext>
            </a:extLst>
          </p:cNvPr>
          <p:cNvSpPr/>
          <p:nvPr/>
        </p:nvSpPr>
        <p:spPr>
          <a:xfrm>
            <a:off x="7541820" y="891113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E89A2-8268-DCD7-FB24-DE856447B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963" y="1946332"/>
            <a:ext cx="3844690" cy="297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7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3">
          <a:extLst>
            <a:ext uri="{FF2B5EF4-FFF2-40B4-BE49-F238E27FC236}">
              <a16:creationId xmlns:a16="http://schemas.microsoft.com/office/drawing/2014/main" id="{DF9908DD-2A6A-9702-A7A5-F951DFFA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" name="Google Shape;6044;p39">
            <a:extLst>
              <a:ext uri="{FF2B5EF4-FFF2-40B4-BE49-F238E27FC236}">
                <a16:creationId xmlns:a16="http://schemas.microsoft.com/office/drawing/2014/main" id="{B41CA7CD-2905-AC5D-702D-73EB7FE513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90407" y="850177"/>
            <a:ext cx="4363185" cy="56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	</a:t>
            </a:r>
            <a:r>
              <a:rPr lang="en-IN" sz="31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Model Evaluation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045" name="Google Shape;6045;p39">
            <a:extLst>
              <a:ext uri="{FF2B5EF4-FFF2-40B4-BE49-F238E27FC236}">
                <a16:creationId xmlns:a16="http://schemas.microsoft.com/office/drawing/2014/main" id="{E90B9B9D-E60F-FF54-1FBC-F9242232F71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86220" y="2059620"/>
            <a:ext cx="4153074" cy="2637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Used Stratified Train-Test Split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Cross-validation with StratifiedKFold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Precision-Recall Curve analysis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Decision threshold tuning for higher recall</a:t>
            </a: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Focus on minimizing false negatives</a:t>
            </a:r>
          </a:p>
        </p:txBody>
      </p:sp>
      <p:grpSp>
        <p:nvGrpSpPr>
          <p:cNvPr id="6046" name="Google Shape;6046;p39">
            <a:extLst>
              <a:ext uri="{FF2B5EF4-FFF2-40B4-BE49-F238E27FC236}">
                <a16:creationId xmlns:a16="http://schemas.microsoft.com/office/drawing/2014/main" id="{9B18188B-D8E1-DC38-3FA2-B81739359E46}"/>
              </a:ext>
            </a:extLst>
          </p:cNvPr>
          <p:cNvGrpSpPr/>
          <p:nvPr/>
        </p:nvGrpSpPr>
        <p:grpSpPr>
          <a:xfrm>
            <a:off x="570600" y="329700"/>
            <a:ext cx="842400" cy="842040"/>
            <a:chOff x="3989520" y="771480"/>
            <a:chExt cx="842400" cy="842040"/>
          </a:xfrm>
        </p:grpSpPr>
        <p:sp>
          <p:nvSpPr>
            <p:cNvPr id="6047" name="Google Shape;6047;p39">
              <a:extLst>
                <a:ext uri="{FF2B5EF4-FFF2-40B4-BE49-F238E27FC236}">
                  <a16:creationId xmlns:a16="http://schemas.microsoft.com/office/drawing/2014/main" id="{EC2FCB1D-B1FF-F1FD-9A46-6B2FCE133841}"/>
                </a:ext>
              </a:extLst>
            </p:cNvPr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8" name="Google Shape;6048;p39">
              <a:extLst>
                <a:ext uri="{FF2B5EF4-FFF2-40B4-BE49-F238E27FC236}">
                  <a16:creationId xmlns:a16="http://schemas.microsoft.com/office/drawing/2014/main" id="{2D041977-8F04-0D07-E389-A2F05EF80E10}"/>
                </a:ext>
              </a:extLst>
            </p:cNvPr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49" name="Google Shape;6049;p39">
              <a:extLst>
                <a:ext uri="{FF2B5EF4-FFF2-40B4-BE49-F238E27FC236}">
                  <a16:creationId xmlns:a16="http://schemas.microsoft.com/office/drawing/2014/main" id="{91765F39-5ED8-2F6E-5344-E1C50D602DBE}"/>
                </a:ext>
              </a:extLst>
            </p:cNvPr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0" name="Google Shape;6050;p39">
              <a:extLst>
                <a:ext uri="{FF2B5EF4-FFF2-40B4-BE49-F238E27FC236}">
                  <a16:creationId xmlns:a16="http://schemas.microsoft.com/office/drawing/2014/main" id="{666C63BF-DC4F-A787-A03A-B635AA45DB5C}"/>
                </a:ext>
              </a:extLst>
            </p:cNvPr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grpSp>
        <p:nvGrpSpPr>
          <p:cNvPr id="6051" name="Google Shape;6051;p39">
            <a:extLst>
              <a:ext uri="{FF2B5EF4-FFF2-40B4-BE49-F238E27FC236}">
                <a16:creationId xmlns:a16="http://schemas.microsoft.com/office/drawing/2014/main" id="{A17C59E3-B680-96E5-73B1-FFD0A28909FA}"/>
              </a:ext>
            </a:extLst>
          </p:cNvPr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052" name="Google Shape;6052;p39">
              <a:extLst>
                <a:ext uri="{FF2B5EF4-FFF2-40B4-BE49-F238E27FC236}">
                  <a16:creationId xmlns:a16="http://schemas.microsoft.com/office/drawing/2014/main" id="{F3FD07EE-3B01-0B8E-D519-6B77BA236C11}"/>
                </a:ext>
              </a:extLst>
            </p:cNvPr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3" name="Google Shape;6053;p39">
              <a:extLst>
                <a:ext uri="{FF2B5EF4-FFF2-40B4-BE49-F238E27FC236}">
                  <a16:creationId xmlns:a16="http://schemas.microsoft.com/office/drawing/2014/main" id="{159772D1-D1F9-81FF-EB0A-BE78B839D972}"/>
                </a:ext>
              </a:extLst>
            </p:cNvPr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4" name="Google Shape;6054;p39">
              <a:extLst>
                <a:ext uri="{FF2B5EF4-FFF2-40B4-BE49-F238E27FC236}">
                  <a16:creationId xmlns:a16="http://schemas.microsoft.com/office/drawing/2014/main" id="{665CB595-9B51-A54B-7B99-923855687CB6}"/>
                </a:ext>
              </a:extLst>
            </p:cNvPr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055" name="Google Shape;6055;p39">
              <a:extLst>
                <a:ext uri="{FF2B5EF4-FFF2-40B4-BE49-F238E27FC236}">
                  <a16:creationId xmlns:a16="http://schemas.microsoft.com/office/drawing/2014/main" id="{B6216A28-2C5A-4ECC-5AE4-FE62F04AAF84}"/>
                </a:ext>
              </a:extLst>
            </p:cNvPr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061" name="Google Shape;6061;p39">
            <a:extLst>
              <a:ext uri="{FF2B5EF4-FFF2-40B4-BE49-F238E27FC236}">
                <a16:creationId xmlns:a16="http://schemas.microsoft.com/office/drawing/2014/main" id="{EBA89ABA-FE4D-8803-0AB0-0713480E39F4}"/>
              </a:ext>
            </a:extLst>
          </p:cNvPr>
          <p:cNvSpPr/>
          <p:nvPr/>
        </p:nvSpPr>
        <p:spPr>
          <a:xfrm>
            <a:off x="7541820" y="891113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8FC6F-A9E1-3F85-6E3C-05246646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59" y="2001028"/>
            <a:ext cx="3769226" cy="281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90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6" name="Google Shape;6126;p43"/>
          <p:cNvSpPr txBox="1">
            <a:spLocks noGrp="1"/>
          </p:cNvSpPr>
          <p:nvPr>
            <p:ph type="title"/>
          </p:nvPr>
        </p:nvSpPr>
        <p:spPr>
          <a:xfrm>
            <a:off x="1374840" y="844174"/>
            <a:ext cx="6423494" cy="541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IN" sz="3600" b="1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Feature Importance Analysis</a:t>
            </a:r>
            <a:endParaRPr sz="3600" b="1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127" name="Google Shape;6127;p43"/>
          <p:cNvSpPr txBox="1">
            <a:spLocks noGrp="1"/>
          </p:cNvSpPr>
          <p:nvPr>
            <p:ph type="body" idx="1"/>
          </p:nvPr>
        </p:nvSpPr>
        <p:spPr>
          <a:xfrm>
            <a:off x="670680" y="1863420"/>
            <a:ext cx="3727069" cy="296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Most influential features: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Insolation flux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Equilibrium temperature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Habitability Score Index (HSI)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Planet radius and density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Helps interpret model decisions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Provides scientific explainability</a:t>
            </a:r>
            <a:endParaRPr sz="16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grpSp>
        <p:nvGrpSpPr>
          <p:cNvPr id="6128" name="Google Shape;6128;p43"/>
          <p:cNvGrpSpPr/>
          <p:nvPr/>
        </p:nvGrpSpPr>
        <p:grpSpPr>
          <a:xfrm>
            <a:off x="241560" y="330060"/>
            <a:ext cx="842400" cy="842040"/>
            <a:chOff x="3989520" y="771480"/>
            <a:chExt cx="842400" cy="842040"/>
          </a:xfrm>
        </p:grpSpPr>
        <p:sp>
          <p:nvSpPr>
            <p:cNvPr id="6129" name="Google Shape;6129;p43"/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30" name="Google Shape;6130;p43"/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31" name="Google Shape;6131;p43"/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32" name="Google Shape;6132;p43"/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grpSp>
        <p:nvGrpSpPr>
          <p:cNvPr id="6133" name="Google Shape;6133;p43"/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134" name="Google Shape;6134;p43"/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35" name="Google Shape;6135;p43"/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36" name="Google Shape;6136;p43"/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37" name="Google Shape;6137;p43"/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grpSp>
        <p:nvGrpSpPr>
          <p:cNvPr id="6138" name="Google Shape;6138;p43"/>
          <p:cNvGrpSpPr/>
          <p:nvPr/>
        </p:nvGrpSpPr>
        <p:grpSpPr>
          <a:xfrm>
            <a:off x="7674120" y="3708360"/>
            <a:ext cx="309240" cy="308880"/>
            <a:chOff x="7674120" y="3708360"/>
            <a:chExt cx="309240" cy="308880"/>
          </a:xfrm>
        </p:grpSpPr>
        <p:sp>
          <p:nvSpPr>
            <p:cNvPr id="6139" name="Google Shape;6139;p43"/>
            <p:cNvSpPr/>
            <p:nvPr/>
          </p:nvSpPr>
          <p:spPr>
            <a:xfrm>
              <a:off x="7831800" y="3708360"/>
              <a:ext cx="7560" cy="30888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40" name="Google Shape;6140;p43"/>
            <p:cNvSpPr/>
            <p:nvPr/>
          </p:nvSpPr>
          <p:spPr>
            <a:xfrm>
              <a:off x="7674120" y="3852000"/>
              <a:ext cx="309240" cy="79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3950" rIns="91425" bIns="39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41" name="Google Shape;6141;p43"/>
            <p:cNvSpPr/>
            <p:nvPr/>
          </p:nvSpPr>
          <p:spPr>
            <a:xfrm>
              <a:off x="7748640" y="3783240"/>
              <a:ext cx="165960" cy="15372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77025" rIns="91425" bIns="7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  <p:sp>
          <p:nvSpPr>
            <p:cNvPr id="6142" name="Google Shape;6142;p43"/>
            <p:cNvSpPr/>
            <p:nvPr/>
          </p:nvSpPr>
          <p:spPr>
            <a:xfrm>
              <a:off x="7752960" y="3769920"/>
              <a:ext cx="153720" cy="16596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83150" rIns="91425" bIns="83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endParaRPr>
            </a:p>
          </p:txBody>
        </p:sp>
      </p:grpSp>
      <p:sp>
        <p:nvSpPr>
          <p:cNvPr id="6143" name="Google Shape;6143;p43"/>
          <p:cNvSpPr/>
          <p:nvPr/>
        </p:nvSpPr>
        <p:spPr>
          <a:xfrm>
            <a:off x="7470720" y="660900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Times New Roman" panose="02020603050405020304" pitchFamily="18" charset="0"/>
              <a:ea typeface="Noto Sans Symbols"/>
              <a:cs typeface="Times New Roman" panose="02020603050405020304" pitchFamily="18" charset="0"/>
              <a:sym typeface="Noto Sans Symbol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E28082-D33B-CDB9-A00D-17B3005BC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587" y="1816049"/>
            <a:ext cx="4150517" cy="3058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Google Shape;6149;p44"/>
          <p:cNvSpPr txBox="1">
            <a:spLocks noGrp="1"/>
          </p:cNvSpPr>
          <p:nvPr>
            <p:ph type="title"/>
          </p:nvPr>
        </p:nvSpPr>
        <p:spPr>
          <a:xfrm>
            <a:off x="692275" y="732020"/>
            <a:ext cx="7583045" cy="72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40"/>
              <a:buFont typeface="Syne"/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Syne"/>
              </a:rPr>
              <a:t>Results &amp; Outcomes</a:t>
            </a:r>
            <a:endParaRPr sz="3600" b="0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150" name="Google Shape;6150;p44"/>
          <p:cNvSpPr txBox="1">
            <a:spLocks noGrp="1"/>
          </p:cNvSpPr>
          <p:nvPr>
            <p:ph type="body" idx="1"/>
          </p:nvPr>
        </p:nvSpPr>
        <p:spPr>
          <a:xfrm>
            <a:off x="1374840" y="2223682"/>
            <a:ext cx="5305733" cy="21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Improved recall for habitable planets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Reduced false negatives after SMOTE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Stable model performance across folds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Ranked exoplanets by habitability probability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Identified top candidate habitable exoplanets</a:t>
            </a:r>
          </a:p>
        </p:txBody>
      </p:sp>
      <p:grpSp>
        <p:nvGrpSpPr>
          <p:cNvPr id="6151" name="Google Shape;6151;p44"/>
          <p:cNvGrpSpPr/>
          <p:nvPr/>
        </p:nvGrpSpPr>
        <p:grpSpPr>
          <a:xfrm>
            <a:off x="449450" y="417500"/>
            <a:ext cx="840430" cy="724768"/>
            <a:chOff x="3989520" y="771480"/>
            <a:chExt cx="842400" cy="842040"/>
          </a:xfrm>
        </p:grpSpPr>
        <p:sp>
          <p:nvSpPr>
            <p:cNvPr id="6152" name="Google Shape;6152;p44"/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3" name="Google Shape;6153;p44"/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4" name="Google Shape;6154;p44"/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5" name="Google Shape;6155;p44"/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56" name="Google Shape;6156;p44"/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157" name="Google Shape;6157;p44"/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8" name="Google Shape;6158;p44"/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9" name="Google Shape;6159;p44"/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0" name="Google Shape;6160;p44"/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61" name="Google Shape;6161;p44"/>
          <p:cNvGrpSpPr/>
          <p:nvPr/>
        </p:nvGrpSpPr>
        <p:grpSpPr>
          <a:xfrm>
            <a:off x="7674120" y="3708360"/>
            <a:ext cx="309240" cy="308880"/>
            <a:chOff x="7674120" y="3708360"/>
            <a:chExt cx="309240" cy="308880"/>
          </a:xfrm>
        </p:grpSpPr>
        <p:sp>
          <p:nvSpPr>
            <p:cNvPr id="6162" name="Google Shape;6162;p44"/>
            <p:cNvSpPr/>
            <p:nvPr/>
          </p:nvSpPr>
          <p:spPr>
            <a:xfrm>
              <a:off x="7831800" y="3708360"/>
              <a:ext cx="7560" cy="30888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3" name="Google Shape;6163;p44"/>
            <p:cNvSpPr/>
            <p:nvPr/>
          </p:nvSpPr>
          <p:spPr>
            <a:xfrm>
              <a:off x="7674120" y="3852000"/>
              <a:ext cx="309240" cy="79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3950" rIns="91425" bIns="39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4" name="Google Shape;6164;p44"/>
            <p:cNvSpPr/>
            <p:nvPr/>
          </p:nvSpPr>
          <p:spPr>
            <a:xfrm>
              <a:off x="7748640" y="3783240"/>
              <a:ext cx="165960" cy="15372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77025" rIns="91425" bIns="7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5" name="Google Shape;6165;p44"/>
            <p:cNvSpPr/>
            <p:nvPr/>
          </p:nvSpPr>
          <p:spPr>
            <a:xfrm>
              <a:off x="7752960" y="3769920"/>
              <a:ext cx="153720" cy="16596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83150" rIns="91425" bIns="83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166" name="Google Shape;6166;p44"/>
          <p:cNvSpPr/>
          <p:nvPr/>
        </p:nvSpPr>
        <p:spPr>
          <a:xfrm>
            <a:off x="7674120" y="737960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 dirty="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167" name="Google Shape;6167;p44"/>
          <p:cNvSpPr/>
          <p:nvPr/>
        </p:nvSpPr>
        <p:spPr>
          <a:xfrm flipH="1">
            <a:off x="1257480" y="3771360"/>
            <a:ext cx="423360" cy="335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2" name="Google Shape;6172;p45"/>
          <p:cNvSpPr txBox="1">
            <a:spLocks noGrp="1"/>
          </p:cNvSpPr>
          <p:nvPr>
            <p:ph type="title"/>
          </p:nvPr>
        </p:nvSpPr>
        <p:spPr>
          <a:xfrm>
            <a:off x="939393" y="533430"/>
            <a:ext cx="6967287" cy="871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Syne"/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Syne"/>
              </a:rPr>
              <a:t>Deployment</a:t>
            </a:r>
            <a:endParaRPr sz="3600" b="0" u="none" strike="noStrik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173" name="Google Shape;6173;p45"/>
          <p:cNvSpPr txBox="1">
            <a:spLocks noGrp="1"/>
          </p:cNvSpPr>
          <p:nvPr>
            <p:ph type="body" idx="1"/>
          </p:nvPr>
        </p:nvSpPr>
        <p:spPr>
          <a:xfrm>
            <a:off x="256698" y="2053654"/>
            <a:ext cx="3127843" cy="5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sz="14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Noto Sans Symbols"/>
                <a:cs typeface="Times New Roman" panose="02020603050405020304" pitchFamily="18" charset="0"/>
                <a:sym typeface="Noto Sans Symbols"/>
              </a:rPr>
              <a:t>BACKEND API DEVELOPMENT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2CA821-8CAF-766D-0DDE-D7F1420743A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1834908"/>
          </a:xfrm>
        </p:spPr>
        <p:txBody>
          <a:bodyPr>
            <a:no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Flask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endpoint /predict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planetary parameters in JSON format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habitability prediction and probability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serialized using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E4F49D-5662-2748-58FE-967D79987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22624" y="2053654"/>
            <a:ext cx="2709290" cy="331170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FRONTEND INTERFACE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14DD8-6585-7D31-A990-F0B9C62359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Implemented using Streamlit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Input form for planetary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Displays prediction and probability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Connected to backend API</a:t>
            </a:r>
          </a:p>
          <a:p>
            <a:endParaRPr lang="en-IN" sz="1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6417E-E0EC-ADE1-3E5D-F0DAB1AB7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D57944-BACF-3334-7736-9BB22696719D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deployed on Render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hosted via Streamlit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tested using Postman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used for debugging deployment issues</a:t>
            </a:r>
          </a:p>
        </p:txBody>
      </p:sp>
      <p:grpSp>
        <p:nvGrpSpPr>
          <p:cNvPr id="6174" name="Google Shape;6174;p45"/>
          <p:cNvGrpSpPr/>
          <p:nvPr/>
        </p:nvGrpSpPr>
        <p:grpSpPr>
          <a:xfrm>
            <a:off x="447480" y="465686"/>
            <a:ext cx="748800" cy="780274"/>
            <a:chOff x="3989520" y="771480"/>
            <a:chExt cx="842400" cy="842040"/>
          </a:xfrm>
        </p:grpSpPr>
        <p:sp>
          <p:nvSpPr>
            <p:cNvPr id="6175" name="Google Shape;6175;p45"/>
            <p:cNvSpPr/>
            <p:nvPr/>
          </p:nvSpPr>
          <p:spPr>
            <a:xfrm>
              <a:off x="4418640" y="771480"/>
              <a:ext cx="20880" cy="842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6" name="Google Shape;6176;p45"/>
            <p:cNvSpPr/>
            <p:nvPr/>
          </p:nvSpPr>
          <p:spPr>
            <a:xfrm>
              <a:off x="3989520" y="1162440"/>
              <a:ext cx="842400" cy="223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11150" rIns="91425" bIns="11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7" name="Google Shape;6177;p45"/>
            <p:cNvSpPr/>
            <p:nvPr/>
          </p:nvSpPr>
          <p:spPr>
            <a:xfrm>
              <a:off x="4191840" y="975240"/>
              <a:ext cx="452520" cy="4194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8" name="Google Shape;6178;p45"/>
            <p:cNvSpPr/>
            <p:nvPr/>
          </p:nvSpPr>
          <p:spPr>
            <a:xfrm>
              <a:off x="4204080" y="938880"/>
              <a:ext cx="419400" cy="4525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79" name="Google Shape;6179;p45"/>
          <p:cNvGrpSpPr/>
          <p:nvPr/>
        </p:nvGrpSpPr>
        <p:grpSpPr>
          <a:xfrm>
            <a:off x="991800" y="1385640"/>
            <a:ext cx="383040" cy="383040"/>
            <a:chOff x="991800" y="1385640"/>
            <a:chExt cx="383040" cy="383040"/>
          </a:xfrm>
        </p:grpSpPr>
        <p:sp>
          <p:nvSpPr>
            <p:cNvPr id="6180" name="Google Shape;6180;p45"/>
            <p:cNvSpPr/>
            <p:nvPr/>
          </p:nvSpPr>
          <p:spPr>
            <a:xfrm>
              <a:off x="1186920" y="1385640"/>
              <a:ext cx="9360" cy="38304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1" name="Google Shape;6181;p45"/>
            <p:cNvSpPr/>
            <p:nvPr/>
          </p:nvSpPr>
          <p:spPr>
            <a:xfrm>
              <a:off x="991800" y="1563480"/>
              <a:ext cx="383040" cy="1008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5025" rIns="91425" bIns="5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2" name="Google Shape;6182;p45"/>
            <p:cNvSpPr/>
            <p:nvPr/>
          </p:nvSpPr>
          <p:spPr>
            <a:xfrm>
              <a:off x="1083960" y="1478520"/>
              <a:ext cx="205920" cy="19080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3" name="Google Shape;6183;p45"/>
            <p:cNvSpPr/>
            <p:nvPr/>
          </p:nvSpPr>
          <p:spPr>
            <a:xfrm>
              <a:off x="1089360" y="1461960"/>
              <a:ext cx="190800" cy="20592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184" name="Google Shape;6184;p45"/>
          <p:cNvGrpSpPr/>
          <p:nvPr/>
        </p:nvGrpSpPr>
        <p:grpSpPr>
          <a:xfrm>
            <a:off x="7674120" y="3708360"/>
            <a:ext cx="309240" cy="308880"/>
            <a:chOff x="7674120" y="3708360"/>
            <a:chExt cx="309240" cy="308880"/>
          </a:xfrm>
        </p:grpSpPr>
        <p:sp>
          <p:nvSpPr>
            <p:cNvPr id="6185" name="Google Shape;6185;p45"/>
            <p:cNvSpPr/>
            <p:nvPr/>
          </p:nvSpPr>
          <p:spPr>
            <a:xfrm>
              <a:off x="7831800" y="3708360"/>
              <a:ext cx="7560" cy="308880"/>
            </a:xfrm>
            <a:custGeom>
              <a:avLst/>
              <a:gdLst/>
              <a:ahLst/>
              <a:cxnLst/>
              <a:rect l="l" t="t" r="r" b="b"/>
              <a:pathLst>
                <a:path w="426" h="16961" extrusionOk="0">
                  <a:moveTo>
                    <a:pt x="274" y="0"/>
                  </a:moveTo>
                  <a:lnTo>
                    <a:pt x="0" y="8055"/>
                  </a:lnTo>
                  <a:lnTo>
                    <a:pt x="365" y="16961"/>
                  </a:lnTo>
                  <a:lnTo>
                    <a:pt x="426" y="799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6" name="Google Shape;6186;p45"/>
            <p:cNvSpPr/>
            <p:nvPr/>
          </p:nvSpPr>
          <p:spPr>
            <a:xfrm>
              <a:off x="7674120" y="3852000"/>
              <a:ext cx="309240" cy="7920"/>
            </a:xfrm>
            <a:custGeom>
              <a:avLst/>
              <a:gdLst/>
              <a:ahLst/>
              <a:cxnLst/>
              <a:rect l="l" t="t" r="r" b="b"/>
              <a:pathLst>
                <a:path w="16962" h="457" extrusionOk="0">
                  <a:moveTo>
                    <a:pt x="8907" y="1"/>
                  </a:moveTo>
                  <a:lnTo>
                    <a:pt x="1" y="396"/>
                  </a:lnTo>
                  <a:lnTo>
                    <a:pt x="8968" y="457"/>
                  </a:lnTo>
                  <a:lnTo>
                    <a:pt x="16962" y="274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3950" rIns="91425" bIns="39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7" name="Google Shape;6187;p45"/>
            <p:cNvSpPr/>
            <p:nvPr/>
          </p:nvSpPr>
          <p:spPr>
            <a:xfrm>
              <a:off x="7748640" y="3783240"/>
              <a:ext cx="165960" cy="153720"/>
            </a:xfrm>
            <a:custGeom>
              <a:avLst/>
              <a:gdLst/>
              <a:ahLst/>
              <a:cxnLst/>
              <a:rect l="l" t="t" r="r" b="b"/>
              <a:pathLst>
                <a:path w="9120" h="8451" extrusionOk="0">
                  <a:moveTo>
                    <a:pt x="9120" y="1"/>
                  </a:moveTo>
                  <a:lnTo>
                    <a:pt x="4652" y="3830"/>
                  </a:lnTo>
                  <a:lnTo>
                    <a:pt x="1" y="8451"/>
                  </a:lnTo>
                  <a:lnTo>
                    <a:pt x="4895" y="4043"/>
                  </a:lnTo>
                  <a:lnTo>
                    <a:pt x="9120" y="1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77025" rIns="91425" bIns="77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8" name="Google Shape;6188;p45"/>
            <p:cNvSpPr/>
            <p:nvPr/>
          </p:nvSpPr>
          <p:spPr>
            <a:xfrm>
              <a:off x="7752960" y="3769920"/>
              <a:ext cx="153720" cy="165960"/>
            </a:xfrm>
            <a:custGeom>
              <a:avLst/>
              <a:gdLst/>
              <a:ahLst/>
              <a:cxnLst/>
              <a:rect l="l" t="t" r="r" b="b"/>
              <a:pathLst>
                <a:path w="8451" h="9119" extrusionOk="0">
                  <a:moveTo>
                    <a:pt x="0" y="0"/>
                  </a:moveTo>
                  <a:lnTo>
                    <a:pt x="4408" y="4863"/>
                  </a:lnTo>
                  <a:lnTo>
                    <a:pt x="8450" y="9119"/>
                  </a:lnTo>
                  <a:lnTo>
                    <a:pt x="4620" y="4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42745"/>
              </a:srgbClr>
            </a:solidFill>
            <a:ln>
              <a:noFill/>
            </a:ln>
            <a:effectLst>
              <a:outerShdw blurRad="114480" algn="bl" rotWithShape="0">
                <a:srgbClr val="FFFF99"/>
              </a:outerShdw>
            </a:effectLst>
          </p:spPr>
          <p:txBody>
            <a:bodyPr spcFirstLastPara="1" wrap="square" lIns="91425" tIns="83150" rIns="91425" bIns="831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189" name="Google Shape;6189;p45"/>
          <p:cNvSpPr/>
          <p:nvPr/>
        </p:nvSpPr>
        <p:spPr>
          <a:xfrm>
            <a:off x="7293600" y="587160"/>
            <a:ext cx="729720" cy="578160"/>
          </a:xfrm>
          <a:custGeom>
            <a:avLst/>
            <a:gdLst/>
            <a:ahLst/>
            <a:cxnLst/>
            <a:rect l="l" t="t" r="r" b="b"/>
            <a:pathLst>
              <a:path w="11521" h="5959" extrusionOk="0">
                <a:moveTo>
                  <a:pt x="11430" y="213"/>
                </a:moveTo>
                <a:cubicBezTo>
                  <a:pt x="11521" y="426"/>
                  <a:pt x="882" y="5776"/>
                  <a:pt x="670" y="5867"/>
                </a:cubicBezTo>
                <a:cubicBezTo>
                  <a:pt x="457" y="5958"/>
                  <a:pt x="183" y="5867"/>
                  <a:pt x="92" y="5685"/>
                </a:cubicBezTo>
                <a:cubicBezTo>
                  <a:pt x="1" y="5472"/>
                  <a:pt x="92" y="5198"/>
                  <a:pt x="274" y="5107"/>
                </a:cubicBezTo>
                <a:cubicBezTo>
                  <a:pt x="487" y="5016"/>
                  <a:pt x="11308" y="1"/>
                  <a:pt x="11430" y="213"/>
                </a:cubicBezTo>
                <a:close/>
              </a:path>
            </a:pathLst>
          </a:custGeom>
          <a:solidFill>
            <a:srgbClr val="FFFFFF">
              <a:alpha val="42745"/>
            </a:srgbClr>
          </a:solidFill>
          <a:ln>
            <a:noFill/>
          </a:ln>
          <a:effectLst>
            <a:outerShdw blurRad="185760" algn="bl" rotWithShape="0">
              <a:schemeClr val="dk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 dirty="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B9CDF76-267D-0E4B-5D3E-8200ED10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31" y="820192"/>
            <a:ext cx="5942538" cy="53022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Conclusion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28132FE-6E91-F8A0-EBDD-C63A63C44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117" y="1735268"/>
            <a:ext cx="7217765" cy="324146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dashboard &amp; Improved UI/UX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of new exoplanet discoveries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Cost-sensitive learning approaches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the application of machine learning to predict exoplanet habitability using real astronomical data. By combining domain knowledge, robust preprocessing, imbalance-aware modelling, and deployment, the system provides a practical and scalable habitability prediction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3557454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C1BDA2-6BD7-E41C-FA2F-646357AB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33" y="992435"/>
            <a:ext cx="4642295" cy="102974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VIDEO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83471D-30AE-363F-2247-BCD052110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6215" y="2657475"/>
            <a:ext cx="7715653" cy="1857375"/>
          </a:xfrm>
        </p:spPr>
        <p:txBody>
          <a:bodyPr>
            <a:normAutofit/>
          </a:bodyPr>
          <a:lstStyle/>
          <a:p>
            <a:pPr algn="ctr"/>
            <a:r>
              <a:rPr lang="en-IN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https://drive.google.com/file/d/1xTL1lKEiM0o0_fmTRpZBpsLLgkeHc5yq/view?usp=sharing</a:t>
            </a:r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977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1" name="Google Shape;6201;p47"/>
          <p:cNvSpPr txBox="1">
            <a:spLocks noGrp="1"/>
          </p:cNvSpPr>
          <p:nvPr>
            <p:ph type="ctrTitle"/>
          </p:nvPr>
        </p:nvSpPr>
        <p:spPr>
          <a:xfrm>
            <a:off x="591100" y="1036320"/>
            <a:ext cx="7806140" cy="35497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6202" name="Google Shape;6202;p47"/>
          <p:cNvSpPr txBox="1">
            <a:spLocks noGrp="1"/>
          </p:cNvSpPr>
          <p:nvPr>
            <p:ph type="subTitle" idx="1"/>
          </p:nvPr>
        </p:nvSpPr>
        <p:spPr>
          <a:xfrm>
            <a:off x="1469105" y="2135129"/>
            <a:ext cx="6050130" cy="715848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none" dirty="0">
                <a:solidFill>
                  <a:schemeClr val="bg1"/>
                </a:solidFill>
                <a:latin typeface="Times New Roman" panose="02020603050405020304" pitchFamily="18" charset="0"/>
                <a:ea typeface="Syne"/>
                <a:cs typeface="Times New Roman" panose="02020603050405020304" pitchFamily="18" charset="0"/>
                <a:sym typeface="Syne"/>
              </a:rPr>
              <a:t>Any Questions??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CAC063-AF56-B227-D112-85237AE1C0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458" y="1744980"/>
            <a:ext cx="3439084" cy="1175116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0D13B2-D56A-F918-DE3E-582079BC9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4446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586</Words>
  <Application>Microsoft Office PowerPoint</Application>
  <PresentationFormat>On-screen Show (16:9)</PresentationFormat>
  <Paragraphs>140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Mongolian Baiti</vt:lpstr>
      <vt:lpstr>Cabin</vt:lpstr>
      <vt:lpstr>Syne</vt:lpstr>
      <vt:lpstr>Wingdings</vt:lpstr>
      <vt:lpstr>Times New Roman</vt:lpstr>
      <vt:lpstr>Noto Sans Symbols</vt:lpstr>
      <vt:lpstr>Century Gothic</vt:lpstr>
      <vt:lpstr>Wingdings 3</vt:lpstr>
      <vt:lpstr>Ion Boardroom</vt:lpstr>
      <vt:lpstr>PowerPoint Presentation</vt:lpstr>
      <vt:lpstr>Problem Statement</vt:lpstr>
      <vt:lpstr>Objectives</vt:lpstr>
      <vt:lpstr>Dataset Overview</vt:lpstr>
      <vt:lpstr>Challenges in raw data</vt:lpstr>
      <vt:lpstr>Feature Engineering</vt:lpstr>
      <vt:lpstr>Exploratory Data Analysis (EDA)</vt:lpstr>
      <vt:lpstr>Visualization Techniques</vt:lpstr>
      <vt:lpstr>Baseline Models &amp;  Comparison</vt:lpstr>
      <vt:lpstr> Imbalance Handling  Techniques</vt:lpstr>
      <vt:lpstr> Pipeline-Based Modeling</vt:lpstr>
      <vt:lpstr> Model Evaluation</vt:lpstr>
      <vt:lpstr>Feature Importance Analysis</vt:lpstr>
      <vt:lpstr>Results &amp; Outcomes</vt:lpstr>
      <vt:lpstr>Deployment</vt:lpstr>
      <vt:lpstr>Future Scope and Conclusion</vt:lpstr>
      <vt:lpstr>PRESENTATION VIDEO</vt:lpstr>
      <vt:lpstr>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Vidhya Srinivas</cp:lastModifiedBy>
  <cp:revision>1</cp:revision>
  <dcterms:modified xsi:type="dcterms:W3CDTF">2026-01-27T12:31:36Z</dcterms:modified>
</cp:coreProperties>
</file>